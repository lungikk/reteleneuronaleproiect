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5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BE954C7-8B7E-85D2-FD03-B843B926C6B3}" v="6" dt="2026-02-01T16:55:47.190"/>
    <p1510:client id="{8B83C850-7972-4E71-E80A-4A153E97ADC9}" v="2" dt="2026-02-02T17:06:41.3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4AED7-283E-2B99-5AB9-520AEBE326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33A10A-B613-7BBD-1667-8E427642B2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761D42-14B3-79BE-7FF2-E68EDCBF6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06230-04E6-371E-7040-D7166E594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E19640-2917-15E0-8C05-E6F8D4970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230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C227D-41A2-DB0F-589F-4DEF2940B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E81E2B-C17A-D673-0205-BE2C456EC3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788B8A-7304-99CC-5B32-8918EDD94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D37020-17FD-C942-004F-7FB65FC3EE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BAE953-5438-B3E0-6E67-6FF5F7565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060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F3853-24A3-0D52-45D6-EE6708491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5A5AD0-2034-FA23-B010-4CC5D7B03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1A749E-1BA2-B000-6EF5-151A31A1E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DA267-CB0F-ED71-E53D-08F3E29C9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F7D3E-CBC3-09F8-971B-8BD4F3119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332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DBACA-9A83-0C65-7DD7-AA44AF7B8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31573-303D-C42A-32D7-80ABCA4915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62D9BB-39C6-B4E9-FEA7-3AADC92585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23F467-D8D6-82FD-088C-AE50F427D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A7E63B-00AC-34CD-BAFF-DADD2BAC2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A460CB-BAC0-625E-7C7F-8E30E1E8F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570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39D2F-06E9-B239-F69C-63C2EBD7C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EE267C-4F56-6AEE-3964-83CA3E45E8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EE7FDD-CA64-9A8C-C4F2-D0CB3A271C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6B117E-0441-1A97-2403-81078F6317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327F1F-9042-4FE6-5BFC-DA2122FA9C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2BCEED-D9FB-1042-B7AF-C0C5353C7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AE88C7-410B-94F4-E297-1216B5D69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D8A52F-A001-7389-F012-F21694947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581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D77BF-EC7A-32A5-B064-454317AFB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01033B-04C1-4768-EEB7-ABEC905B7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36887-18D1-BCEE-D177-FA61281EA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B0AB33-F074-BFEB-9D8C-B4564B41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8629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77141C-0852-F22D-6CAE-B0022A762B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F3ADB9-984D-F7C6-5645-CA3E8FAF4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763B4E-E1B5-AA5C-F6E3-B357F11DD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689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86B57-4B76-EAA4-B6B6-7F4E7FCAB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37A6A-0372-3A72-8738-BCB4742265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8680D7-570E-5C39-4AE9-8B58FEFBB5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3D1F3F-4BE3-BDE8-5DD1-A396EDD9D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0FE4C7-AF05-0A81-E35B-167F37B51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906226-D451-B6B3-0920-DF86D5071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548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AE2D2-84B5-64F9-8677-F7432F96A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CAC89B-D621-A059-3B87-4B91BFF89F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48FEA0-2CB8-B697-4FED-4D71D7A491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F00782-351E-1BB8-27B2-CBD4837AD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D3B7F5-84FD-CABB-320C-2F45119E7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82FDDF-FC44-122C-23FC-D8D33C6B1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391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BD089-CBFF-9FEE-A506-FE48A810A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E09164-CEF4-6D5C-57C6-47B552D15D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B4EFD-5026-EE45-6BB8-566C474F8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790A2E-54D1-A03E-1B94-03D3339C9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D88411-C944-F292-F50C-F53457A42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862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B6E2C9-C9D5-D1EA-8AC1-178B0AD9EB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7FC09C-113E-0C2D-FA4A-22EBD33788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A3C1FB-96A6-5F89-B20C-3EE14908E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F66BCC-FFA0-7367-CADE-451F79518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3BD8A7-CC46-DC95-1173-DE58D0D8C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689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0AB915-E3A9-4EF9-618E-1D6ED85AC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761BDC-0BC5-8EB9-5730-69024F7EEB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58EAFC-A325-4326-9988-EBA11FD6C2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4B53A7-3209-46A6-9454-F38EAC8F11E7}" type="datetimeFigureOut">
              <a:rPr lang="en-US" smtClean="0"/>
              <a:pPr/>
              <a:t>2/2/2026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A0F52D-121B-C3D6-7CCB-8CA20BB874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B43630-2F35-68D2-D5F3-9311318179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52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60" r:id="rId5"/>
    <p:sldLayoutId id="2147483761" r:id="rId6"/>
    <p:sldLayoutId id="2147483762" r:id="rId7"/>
    <p:sldLayoutId id="2147483763" r:id="rId8"/>
    <p:sldLayoutId id="2147483764" r:id="rId9"/>
    <p:sldLayoutId id="2147483765" r:id="rId10"/>
    <p:sldLayoutId id="214748376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lungikk/ReteleNeuronaleProiect.gi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rble with brown and aqua colors">
            <a:extLst>
              <a:ext uri="{FF2B5EF4-FFF2-40B4-BE49-F238E27FC236}">
                <a16:creationId xmlns:a16="http://schemas.microsoft.com/office/drawing/2014/main" id="{798FF5EB-CB49-5FC6-8D1F-134BDBD18D7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alphaModFix amt="35000"/>
          </a:blip>
          <a:srcRect t="4492" b="16283"/>
          <a:stretch>
            <a:fillRect/>
          </a:stretch>
        </p:blipFill>
        <p:spPr>
          <a:xfrm>
            <a:off x="-8858" y="-8877"/>
            <a:ext cx="1219198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0039715-27D3-C0C2-8512-455293BBFE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4872" y="1794492"/>
            <a:ext cx="10331003" cy="1174283"/>
          </a:xfrm>
        </p:spPr>
        <p:txBody>
          <a:bodyPr anchor="b">
            <a:noAutofit/>
          </a:bodyPr>
          <a:lstStyle/>
          <a:p>
            <a:r>
              <a:rPr lang="en-US" sz="4000" b="1" dirty="0" err="1"/>
              <a:t>Sistem</a:t>
            </a:r>
            <a:r>
              <a:rPr lang="en-US" sz="4000" b="1" dirty="0"/>
              <a:t> Automat de </a:t>
            </a:r>
            <a:r>
              <a:rPr lang="en-US" sz="4000" b="1" dirty="0" err="1"/>
              <a:t>Notare</a:t>
            </a:r>
            <a:r>
              <a:rPr lang="en-US" sz="4000" b="1" dirty="0"/>
              <a:t> (ASAG) cu </a:t>
            </a:r>
            <a:r>
              <a:rPr lang="en-US" sz="4000" b="1" dirty="0" err="1"/>
              <a:t>Retele</a:t>
            </a:r>
            <a:r>
              <a:rPr lang="en-US" sz="4000" b="1" dirty="0"/>
              <a:t> </a:t>
            </a:r>
            <a:r>
              <a:rPr lang="en-US" sz="4000" b="1" dirty="0" err="1"/>
              <a:t>Neuronale</a:t>
            </a:r>
            <a:endParaRPr lang="en-US" sz="4000" b="1" dirty="0">
              <a:solidFill>
                <a:srgbClr val="FFFFFF"/>
              </a:solidFill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04E557D9-BF2F-724F-AD98-81D3FF37CB78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994872" y="3078167"/>
            <a:ext cx="8285217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4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Nume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Lungeanu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Andrei-Alexandru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Grupa: </a:t>
            </a:r>
            <a:r>
              <a:rPr kumimoji="0" lang="en-US" altLang="en-US" sz="4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634AB</a:t>
            </a:r>
            <a:endParaRPr kumimoji="0" lang="en-US" altLang="en-US" sz="4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4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Disciplina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Retele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Neuronale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Ianuarie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2026</a:t>
            </a:r>
          </a:p>
        </p:txBody>
      </p:sp>
    </p:spTree>
    <p:extLst>
      <p:ext uri="{BB962C8B-B14F-4D97-AF65-F5344CB8AC3E}">
        <p14:creationId xmlns:p14="http://schemas.microsoft.com/office/powerpoint/2010/main" val="14493636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AB5B75-202A-8DED-05A5-44388DBEA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FF"/>
                </a:solidFill>
              </a:rPr>
              <a:t>Obiectivul Proiectului</a:t>
            </a:r>
            <a:br>
              <a:rPr lang="en-US" b="1">
                <a:solidFill>
                  <a:srgbClr val="FFFFFF"/>
                </a:solidFill>
              </a:rPr>
            </a:br>
            <a:endParaRPr lang="en-US">
              <a:solidFill>
                <a:srgbClr val="FFFFFF"/>
              </a:solidFill>
            </a:endParaRPr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2C1A33E-64C1-FA06-C68E-3302216B641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447308" y="591344"/>
            <a:ext cx="6906491" cy="558561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/>
                <a:cs typeface="Arial"/>
              </a:rPr>
              <a:t>Problema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/>
                <a:cs typeface="Arial"/>
              </a:rPr>
              <a:t>Notarea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/>
                <a:cs typeface="Arial"/>
              </a:rPr>
              <a:t>manuala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 a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/>
                <a:cs typeface="Arial"/>
              </a:rPr>
              <a:t>raspunsurilor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/>
                <a:cs typeface="Arial"/>
              </a:rPr>
              <a:t>deschise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 (text liber)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/>
                <a:cs typeface="Arial"/>
              </a:rPr>
              <a:t>este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 lenta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/>
                <a:cs typeface="Arial"/>
              </a:rPr>
              <a:t>si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/>
                <a:cs typeface="Arial"/>
              </a:rPr>
              <a:t>subiectiva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Solutia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/>
                <a:cs typeface="Arial"/>
              </a:rPr>
              <a:t>Propusa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 Un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/>
                <a:cs typeface="Arial"/>
              </a:rPr>
              <a:t>sistem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 AI care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/>
                <a:cs typeface="Arial"/>
              </a:rPr>
              <a:t>intelege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 semantic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/>
                <a:cs typeface="Arial"/>
              </a:rPr>
              <a:t>raspunsul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/>
                <a:cs typeface="Arial"/>
              </a:rPr>
              <a:t>studentului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/>
                <a:cs typeface="Arial"/>
              </a:rPr>
              <a:t>si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 il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/>
                <a:cs typeface="Arial"/>
              </a:rPr>
              <a:t>compara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 cu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/>
                <a:cs typeface="Arial"/>
              </a:rPr>
              <a:t>baremul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.</a:t>
            </a:r>
            <a:endParaRPr lang="en-US" altLang="en-US" b="0" i="0" u="none" strike="noStrike" cap="none" normalizeH="0" baseline="0" dirty="0">
              <a:ln>
                <a:noFill/>
              </a:ln>
              <a:effectLst/>
              <a:latin typeface="Arial"/>
              <a:cs typeface="Arial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Target Industrial: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/>
              <a:cs typeface="Arial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/>
                <a:cs typeface="Arial"/>
              </a:rPr>
              <a:t>Reducerea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/>
                <a:cs typeface="Arial"/>
              </a:rPr>
              <a:t>timpului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 de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/>
                <a:cs typeface="Arial"/>
              </a:rPr>
              <a:t>corectare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.</a:t>
            </a:r>
            <a:endParaRPr lang="en-US" altLang="en-US" b="0" i="0" u="none" strike="noStrike" cap="none" normalizeH="0" baseline="0" dirty="0">
              <a:ln>
                <a:noFill/>
              </a:ln>
              <a:effectLst/>
              <a:latin typeface="Arial"/>
              <a:cs typeface="Arial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/>
                <a:cs typeface="Arial"/>
              </a:rPr>
              <a:t>Eliminarea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/>
                <a:cs typeface="Arial"/>
              </a:rPr>
              <a:t>subiectivitatii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/>
                <a:cs typeface="Arial"/>
              </a:rPr>
              <a:t>umane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.</a:t>
            </a:r>
            <a:endParaRPr lang="en-US" altLang="en-US" b="0" i="0" u="none" strike="noStrike" cap="none" normalizeH="0" baseline="0" dirty="0">
              <a:ln>
                <a:noFill/>
              </a:ln>
              <a:effectLst/>
              <a:latin typeface="Arial"/>
              <a:cs typeface="Arial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/>
                <a:cs typeface="Arial"/>
              </a:rPr>
              <a:t>Acuratete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 &gt; 85%.</a:t>
            </a:r>
            <a:endParaRPr lang="en-US" altLang="en-US" b="0" i="0" u="none" strike="noStrike" cap="none" normalizeH="0" baseline="0" dirty="0">
              <a:ln>
                <a:noFill/>
              </a:ln>
              <a:effectLst/>
              <a:latin typeface="Arial"/>
              <a:cs typeface="Arial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219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6E118D-FE03-6B9D-8FCF-9114DE534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Setul de Date</a:t>
            </a:r>
          </a:p>
        </p:txBody>
      </p:sp>
      <p:sp>
        <p:nvSpPr>
          <p:cNvPr id="13" name="Arc 12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03745E0-44E4-3671-A03A-37AD076549E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370153" y="1526033"/>
            <a:ext cx="5536397" cy="393528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Sursa: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Dataset Mohler (Computer Science) </a:t>
            </a:r>
            <a:r>
              <a:rPr kumimoji="0" lang="en-US" altLang="en-US" sz="20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adaptat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+ </a:t>
            </a: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40% </a:t>
            </a:r>
            <a:r>
              <a:rPr kumimoji="0" lang="en-US" altLang="en-US" sz="20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Contributie</a:t>
            </a: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Proprie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Total Date: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1.500 </a:t>
            </a:r>
            <a:r>
              <a:rPr kumimoji="0" lang="en-US" altLang="en-US" sz="20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observatii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(</a:t>
            </a:r>
            <a:r>
              <a:rPr kumimoji="0" lang="en-US" altLang="en-US" sz="20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perechi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Student - Barem - Nota).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Augmentare</a:t>
            </a: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endParaRPr kumimoji="0" lang="en-US" altLang="en-US" sz="20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Am </a:t>
            </a:r>
            <a:r>
              <a:rPr kumimoji="0" lang="en-US" altLang="en-US" sz="20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generat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date </a:t>
            </a:r>
            <a:r>
              <a:rPr kumimoji="0" lang="en-US" altLang="en-US" sz="20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sintetice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prin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parafrazare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si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sinonime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Am </a:t>
            </a:r>
            <a:r>
              <a:rPr kumimoji="0" lang="en-US" altLang="en-US" sz="20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echilibrat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clasele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(</a:t>
            </a:r>
            <a:r>
              <a:rPr kumimoji="0" lang="en-US" altLang="en-US" sz="20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pentru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a </a:t>
            </a:r>
            <a:r>
              <a:rPr kumimoji="0" lang="en-US" altLang="en-US" sz="20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avea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suficiente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note de 2.5 </a:t>
            </a:r>
            <a:r>
              <a:rPr kumimoji="0" lang="en-US" altLang="en-US" sz="20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si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4.0).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Split: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70% Train / 15% Validation / 15% Test</a:t>
            </a:r>
          </a:p>
        </p:txBody>
      </p:sp>
    </p:spTree>
    <p:extLst>
      <p:ext uri="{BB962C8B-B14F-4D97-AF65-F5344CB8AC3E}">
        <p14:creationId xmlns:p14="http://schemas.microsoft.com/office/powerpoint/2010/main" val="3168142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821940F-7A1D-4ACC-85B4-A932898AB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674508-81D3-48CF-96BF-7FC60EAA5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741994" cy="6858000"/>
          </a:xfrm>
          <a:custGeom>
            <a:avLst/>
            <a:gdLst>
              <a:gd name="connsiteX0" fmla="*/ 0 w 6568309"/>
              <a:gd name="connsiteY0" fmla="*/ 0 h 6858000"/>
              <a:gd name="connsiteX1" fmla="*/ 362841 w 6568309"/>
              <a:gd name="connsiteY1" fmla="*/ 0 h 6858000"/>
              <a:gd name="connsiteX2" fmla="*/ 523269 w 6568309"/>
              <a:gd name="connsiteY2" fmla="*/ 0 h 6858000"/>
              <a:gd name="connsiteX3" fmla="*/ 1343025 w 6568309"/>
              <a:gd name="connsiteY3" fmla="*/ 0 h 6858000"/>
              <a:gd name="connsiteX4" fmla="*/ 1705866 w 6568309"/>
              <a:gd name="connsiteY4" fmla="*/ 0 h 6858000"/>
              <a:gd name="connsiteX5" fmla="*/ 1866294 w 6568309"/>
              <a:gd name="connsiteY5" fmla="*/ 0 h 6858000"/>
              <a:gd name="connsiteX6" fmla="*/ 5225154 w 6568309"/>
              <a:gd name="connsiteY6" fmla="*/ 0 h 6858000"/>
              <a:gd name="connsiteX7" fmla="*/ 6568179 w 6568309"/>
              <a:gd name="connsiteY7" fmla="*/ 0 h 6858000"/>
              <a:gd name="connsiteX8" fmla="*/ 6568309 w 6568309"/>
              <a:gd name="connsiteY8" fmla="*/ 1 h 6858000"/>
              <a:gd name="connsiteX9" fmla="*/ 6562951 w 6568309"/>
              <a:gd name="connsiteY9" fmla="*/ 30700 h 6858000"/>
              <a:gd name="connsiteX10" fmla="*/ 6547446 w 6568309"/>
              <a:gd name="connsiteY10" fmla="*/ 310025 h 6858000"/>
              <a:gd name="connsiteX11" fmla="*/ 6558316 w 6568309"/>
              <a:gd name="connsiteY11" fmla="*/ 443960 h 6858000"/>
              <a:gd name="connsiteX12" fmla="*/ 6528896 w 6568309"/>
              <a:gd name="connsiteY12" fmla="*/ 642659 h 6858000"/>
              <a:gd name="connsiteX13" fmla="*/ 6523095 w 6568309"/>
              <a:gd name="connsiteY13" fmla="*/ 673307 h 6858000"/>
              <a:gd name="connsiteX14" fmla="*/ 6496169 w 6568309"/>
              <a:gd name="connsiteY14" fmla="*/ 839641 h 6858000"/>
              <a:gd name="connsiteX15" fmla="*/ 6450789 w 6568309"/>
              <a:gd name="connsiteY15" fmla="*/ 958357 h 6858000"/>
              <a:gd name="connsiteX16" fmla="*/ 6453996 w 6568309"/>
              <a:gd name="connsiteY16" fmla="*/ 963398 h 6858000"/>
              <a:gd name="connsiteX17" fmla="*/ 6419467 w 6568309"/>
              <a:gd name="connsiteY17" fmla="*/ 1117169 h 6858000"/>
              <a:gd name="connsiteX18" fmla="*/ 6417348 w 6568309"/>
              <a:gd name="connsiteY18" fmla="*/ 1144352 h 6858000"/>
              <a:gd name="connsiteX19" fmla="*/ 6418473 w 6568309"/>
              <a:gd name="connsiteY19" fmla="*/ 1164484 h 6858000"/>
              <a:gd name="connsiteX20" fmla="*/ 6406979 w 6568309"/>
              <a:gd name="connsiteY20" fmla="*/ 1213829 h 6858000"/>
              <a:gd name="connsiteX21" fmla="*/ 6381928 w 6568309"/>
              <a:gd name="connsiteY21" fmla="*/ 1294823 h 6858000"/>
              <a:gd name="connsiteX22" fmla="*/ 6377948 w 6568309"/>
              <a:gd name="connsiteY22" fmla="*/ 1312193 h 6858000"/>
              <a:gd name="connsiteX23" fmla="*/ 6379894 w 6568309"/>
              <a:gd name="connsiteY23" fmla="*/ 1327626 h 6858000"/>
              <a:gd name="connsiteX24" fmla="*/ 6385024 w 6568309"/>
              <a:gd name="connsiteY24" fmla="*/ 1331644 h 6858000"/>
              <a:gd name="connsiteX25" fmla="*/ 6383696 w 6568309"/>
              <a:gd name="connsiteY25" fmla="*/ 1341276 h 6858000"/>
              <a:gd name="connsiteX26" fmla="*/ 6384464 w 6568309"/>
              <a:gd name="connsiteY26" fmla="*/ 1343945 h 6858000"/>
              <a:gd name="connsiteX27" fmla="*/ 6387748 w 6568309"/>
              <a:gd name="connsiteY27" fmla="*/ 1359134 h 6858000"/>
              <a:gd name="connsiteX28" fmla="*/ 6364157 w 6568309"/>
              <a:gd name="connsiteY28" fmla="*/ 1427803 h 6858000"/>
              <a:gd name="connsiteX29" fmla="*/ 6335874 w 6568309"/>
              <a:gd name="connsiteY29" fmla="*/ 1540278 h 6858000"/>
              <a:gd name="connsiteX30" fmla="*/ 6331892 w 6568309"/>
              <a:gd name="connsiteY30" fmla="*/ 1547262 h 6858000"/>
              <a:gd name="connsiteX31" fmla="*/ 6332744 w 6568309"/>
              <a:gd name="connsiteY31" fmla="*/ 1577056 h 6858000"/>
              <a:gd name="connsiteX32" fmla="*/ 6333604 w 6568309"/>
              <a:gd name="connsiteY32" fmla="*/ 1595898 h 6858000"/>
              <a:gd name="connsiteX33" fmla="*/ 6324749 w 6568309"/>
              <a:gd name="connsiteY33" fmla="*/ 1703726 h 6858000"/>
              <a:gd name="connsiteX34" fmla="*/ 6329594 w 6568309"/>
              <a:gd name="connsiteY34" fmla="*/ 1809535 h 6858000"/>
              <a:gd name="connsiteX35" fmla="*/ 6329062 w 6568309"/>
              <a:gd name="connsiteY35" fmla="*/ 2018310 h 6858000"/>
              <a:gd name="connsiteX36" fmla="*/ 6321735 w 6568309"/>
              <a:gd name="connsiteY36" fmla="*/ 2071355 h 6858000"/>
              <a:gd name="connsiteX37" fmla="*/ 6322678 w 6568309"/>
              <a:gd name="connsiteY37" fmla="*/ 2141166 h 6858000"/>
              <a:gd name="connsiteX38" fmla="*/ 6321340 w 6568309"/>
              <a:gd name="connsiteY38" fmla="*/ 2154548 h 6858000"/>
              <a:gd name="connsiteX39" fmla="*/ 6316582 w 6568309"/>
              <a:gd name="connsiteY39" fmla="*/ 2158153 h 6858000"/>
              <a:gd name="connsiteX40" fmla="*/ 6311428 w 6568309"/>
              <a:gd name="connsiteY40" fmla="*/ 2178174 h 6858000"/>
              <a:gd name="connsiteX41" fmla="*/ 6310192 w 6568309"/>
              <a:gd name="connsiteY41" fmla="*/ 2202858 h 6858000"/>
              <a:gd name="connsiteX42" fmla="*/ 6309211 w 6568309"/>
              <a:gd name="connsiteY42" fmla="*/ 2320214 h 6858000"/>
              <a:gd name="connsiteX43" fmla="*/ 6300151 w 6568309"/>
              <a:gd name="connsiteY43" fmla="*/ 2417011 h 6858000"/>
              <a:gd name="connsiteX44" fmla="*/ 6295176 w 6568309"/>
              <a:gd name="connsiteY44" fmla="*/ 2454207 h 6858000"/>
              <a:gd name="connsiteX45" fmla="*/ 6293727 w 6568309"/>
              <a:gd name="connsiteY45" fmla="*/ 2487203 h 6858000"/>
              <a:gd name="connsiteX46" fmla="*/ 6285477 w 6568309"/>
              <a:gd name="connsiteY46" fmla="*/ 2512282 h 6858000"/>
              <a:gd name="connsiteX47" fmla="*/ 6286205 w 6568309"/>
              <a:gd name="connsiteY47" fmla="*/ 2514318 h 6858000"/>
              <a:gd name="connsiteX48" fmla="*/ 6304629 w 6568309"/>
              <a:gd name="connsiteY48" fmla="*/ 2574334 h 6858000"/>
              <a:gd name="connsiteX49" fmla="*/ 6303842 w 6568309"/>
              <a:gd name="connsiteY49" fmla="*/ 2579877 h 6858000"/>
              <a:gd name="connsiteX50" fmla="*/ 6303953 w 6568309"/>
              <a:gd name="connsiteY50" fmla="*/ 2608928 h 6858000"/>
              <a:gd name="connsiteX51" fmla="*/ 6303530 w 6568309"/>
              <a:gd name="connsiteY51" fmla="*/ 2613111 h 6858000"/>
              <a:gd name="connsiteX52" fmla="*/ 6297474 w 6568309"/>
              <a:gd name="connsiteY52" fmla="*/ 2621996 h 6858000"/>
              <a:gd name="connsiteX53" fmla="*/ 6299263 w 6568309"/>
              <a:gd name="connsiteY53" fmla="*/ 2634265 h 6858000"/>
              <a:gd name="connsiteX54" fmla="*/ 6293065 w 6568309"/>
              <a:gd name="connsiteY54" fmla="*/ 2647237 h 6858000"/>
              <a:gd name="connsiteX55" fmla="*/ 6297496 w 6568309"/>
              <a:gd name="connsiteY55" fmla="*/ 2650786 h 6858000"/>
              <a:gd name="connsiteX56" fmla="*/ 6301708 w 6568309"/>
              <a:gd name="connsiteY56" fmla="*/ 2661993 h 6858000"/>
              <a:gd name="connsiteX57" fmla="*/ 6295884 w 6568309"/>
              <a:gd name="connsiteY57" fmla="*/ 2670949 h 6858000"/>
              <a:gd name="connsiteX58" fmla="*/ 6291714 w 6568309"/>
              <a:gd name="connsiteY58" fmla="*/ 2690255 h 6858000"/>
              <a:gd name="connsiteX59" fmla="*/ 6292327 w 6568309"/>
              <a:gd name="connsiteY59" fmla="*/ 2695683 h 6858000"/>
              <a:gd name="connsiteX60" fmla="*/ 6284410 w 6568309"/>
              <a:gd name="connsiteY60" fmla="*/ 2713964 h 6858000"/>
              <a:gd name="connsiteX61" fmla="*/ 6280410 w 6568309"/>
              <a:gd name="connsiteY61" fmla="*/ 2730175 h 6858000"/>
              <a:gd name="connsiteX62" fmla="*/ 6288082 w 6568309"/>
              <a:gd name="connsiteY62" fmla="*/ 2763497 h 6858000"/>
              <a:gd name="connsiteX63" fmla="*/ 6260924 w 6568309"/>
              <a:gd name="connsiteY63" fmla="*/ 3051539 h 6858000"/>
              <a:gd name="connsiteX64" fmla="*/ 6210151 w 6568309"/>
              <a:gd name="connsiteY64" fmla="*/ 3335396 h 6858000"/>
              <a:gd name="connsiteX65" fmla="*/ 6212034 w 6568309"/>
              <a:gd name="connsiteY65" fmla="*/ 3456509 h 6858000"/>
              <a:gd name="connsiteX66" fmla="*/ 6197490 w 6568309"/>
              <a:gd name="connsiteY66" fmla="*/ 3531827 h 6858000"/>
              <a:gd name="connsiteX67" fmla="*/ 6208018 w 6568309"/>
              <a:gd name="connsiteY67" fmla="*/ 3570877 h 6858000"/>
              <a:gd name="connsiteX68" fmla="*/ 6205920 w 6568309"/>
              <a:gd name="connsiteY68" fmla="*/ 3583849 h 6858000"/>
              <a:gd name="connsiteX69" fmla="*/ 6199616 w 6568309"/>
              <a:gd name="connsiteY69" fmla="*/ 3592763 h 6858000"/>
              <a:gd name="connsiteX70" fmla="*/ 6181288 w 6568309"/>
              <a:gd name="connsiteY70" fmla="*/ 3653485 h 6858000"/>
              <a:gd name="connsiteX71" fmla="*/ 6175963 w 6568309"/>
              <a:gd name="connsiteY71" fmla="*/ 3670528 h 6858000"/>
              <a:gd name="connsiteX72" fmla="*/ 6176722 w 6568309"/>
              <a:gd name="connsiteY72" fmla="*/ 3685990 h 6858000"/>
              <a:gd name="connsiteX73" fmla="*/ 6181549 w 6568309"/>
              <a:gd name="connsiteY73" fmla="*/ 3690283 h 6858000"/>
              <a:gd name="connsiteX74" fmla="*/ 6179476 w 6568309"/>
              <a:gd name="connsiteY74" fmla="*/ 3699787 h 6858000"/>
              <a:gd name="connsiteX75" fmla="*/ 6180040 w 6568309"/>
              <a:gd name="connsiteY75" fmla="*/ 3702486 h 6858000"/>
              <a:gd name="connsiteX76" fmla="*/ 6182155 w 6568309"/>
              <a:gd name="connsiteY76" fmla="*/ 3717784 h 6858000"/>
              <a:gd name="connsiteX77" fmla="*/ 6158980 w 6568309"/>
              <a:gd name="connsiteY77" fmla="*/ 3746229 h 6858000"/>
              <a:gd name="connsiteX78" fmla="*/ 6096049 w 6568309"/>
              <a:gd name="connsiteY78" fmla="*/ 3924910 h 6858000"/>
              <a:gd name="connsiteX79" fmla="*/ 6069712 w 6568309"/>
              <a:gd name="connsiteY79" fmla="*/ 3989353 h 6858000"/>
              <a:gd name="connsiteX80" fmla="*/ 6067330 w 6568309"/>
              <a:gd name="connsiteY80" fmla="*/ 4033899 h 6858000"/>
              <a:gd name="connsiteX81" fmla="*/ 6061081 w 6568309"/>
              <a:gd name="connsiteY81" fmla="*/ 4142250 h 6858000"/>
              <a:gd name="connsiteX82" fmla="*/ 6042858 w 6568309"/>
              <a:gd name="connsiteY82" fmla="*/ 4329442 h 6858000"/>
              <a:gd name="connsiteX83" fmla="*/ 6034182 w 6568309"/>
              <a:gd name="connsiteY83" fmla="*/ 4456184 h 6858000"/>
              <a:gd name="connsiteX84" fmla="*/ 6029178 w 6568309"/>
              <a:gd name="connsiteY84" fmla="*/ 4468478 h 6858000"/>
              <a:gd name="connsiteX85" fmla="*/ 6029974 w 6568309"/>
              <a:gd name="connsiteY85" fmla="*/ 4469862 h 6858000"/>
              <a:gd name="connsiteX86" fmla="*/ 6028340 w 6568309"/>
              <a:gd name="connsiteY86" fmla="*/ 4483797 h 6858000"/>
              <a:gd name="connsiteX87" fmla="*/ 6025168 w 6568309"/>
              <a:gd name="connsiteY87" fmla="*/ 4487091 h 6858000"/>
              <a:gd name="connsiteX88" fmla="*/ 6023164 w 6568309"/>
              <a:gd name="connsiteY88" fmla="*/ 4496728 h 6858000"/>
              <a:gd name="connsiteX89" fmla="*/ 6016839 w 6568309"/>
              <a:gd name="connsiteY89" fmla="*/ 4515918 h 6858000"/>
              <a:gd name="connsiteX90" fmla="*/ 6017886 w 6568309"/>
              <a:gd name="connsiteY90" fmla="*/ 4519316 h 6858000"/>
              <a:gd name="connsiteX91" fmla="*/ 6011819 w 6568309"/>
              <a:gd name="connsiteY91" fmla="*/ 4547957 h 6858000"/>
              <a:gd name="connsiteX92" fmla="*/ 6012791 w 6568309"/>
              <a:gd name="connsiteY92" fmla="*/ 4548262 h 6858000"/>
              <a:gd name="connsiteX93" fmla="*/ 6015703 w 6568309"/>
              <a:gd name="connsiteY93" fmla="*/ 4555939 h 6858000"/>
              <a:gd name="connsiteX94" fmla="*/ 6018854 w 6568309"/>
              <a:gd name="connsiteY94" fmla="*/ 4570815 h 6858000"/>
              <a:gd name="connsiteX95" fmla="*/ 6033000 w 6568309"/>
              <a:gd name="connsiteY95" fmla="*/ 4633846 h 6858000"/>
              <a:gd name="connsiteX96" fmla="*/ 6032325 w 6568309"/>
              <a:gd name="connsiteY96" fmla="*/ 4639816 h 6858000"/>
              <a:gd name="connsiteX97" fmla="*/ 6032549 w 6568309"/>
              <a:gd name="connsiteY97" fmla="*/ 4639923 h 6858000"/>
              <a:gd name="connsiteX98" fmla="*/ 6032309 w 6568309"/>
              <a:gd name="connsiteY98" fmla="*/ 4646192 h 6858000"/>
              <a:gd name="connsiteX99" fmla="*/ 6031095 w 6568309"/>
              <a:gd name="connsiteY99" fmla="*/ 4650706 h 6858000"/>
              <a:gd name="connsiteX100" fmla="*/ 6029786 w 6568309"/>
              <a:gd name="connsiteY100" fmla="*/ 4662290 h 6858000"/>
              <a:gd name="connsiteX101" fmla="*/ 6030911 w 6568309"/>
              <a:gd name="connsiteY101" fmla="*/ 4666180 h 6858000"/>
              <a:gd name="connsiteX102" fmla="*/ 6033630 w 6568309"/>
              <a:gd name="connsiteY102" fmla="*/ 4667585 h 6858000"/>
              <a:gd name="connsiteX103" fmla="*/ 6033189 w 6568309"/>
              <a:gd name="connsiteY103" fmla="*/ 4668660 h 6858000"/>
              <a:gd name="connsiteX104" fmla="*/ 6038764 w 6568309"/>
              <a:gd name="connsiteY104" fmla="*/ 4689807 h 6858000"/>
              <a:gd name="connsiteX105" fmla="*/ 6042217 w 6568309"/>
              <a:gd name="connsiteY105" fmla="*/ 4737890 h 6858000"/>
              <a:gd name="connsiteX106" fmla="*/ 6040543 w 6568309"/>
              <a:gd name="connsiteY106" fmla="*/ 4765657 h 6858000"/>
              <a:gd name="connsiteX107" fmla="*/ 6039956 w 6568309"/>
              <a:gd name="connsiteY107" fmla="*/ 4841463 h 6858000"/>
              <a:gd name="connsiteX108" fmla="*/ 6057123 w 6568309"/>
              <a:gd name="connsiteY108" fmla="*/ 4969863 h 6858000"/>
              <a:gd name="connsiteX109" fmla="*/ 6055039 w 6568309"/>
              <a:gd name="connsiteY109" fmla="*/ 4974028 h 6858000"/>
              <a:gd name="connsiteX110" fmla="*/ 6053462 w 6568309"/>
              <a:gd name="connsiteY110" fmla="*/ 4980318 h 6858000"/>
              <a:gd name="connsiteX111" fmla="*/ 6053643 w 6568309"/>
              <a:gd name="connsiteY111" fmla="*/ 4980501 h 6858000"/>
              <a:gd name="connsiteX112" fmla="*/ 6051733 w 6568309"/>
              <a:gd name="connsiteY112" fmla="*/ 4986338 h 6858000"/>
              <a:gd name="connsiteX113" fmla="*/ 6049602 w 6568309"/>
              <a:gd name="connsiteY113" fmla="*/ 4991296 h 6858000"/>
              <a:gd name="connsiteX114" fmla="*/ 6075165 w 6568309"/>
              <a:gd name="connsiteY114" fmla="*/ 5076895 h 6858000"/>
              <a:gd name="connsiteX115" fmla="*/ 6073751 w 6568309"/>
              <a:gd name="connsiteY115" fmla="*/ 5081568 h 6858000"/>
              <a:gd name="connsiteX116" fmla="*/ 6073150 w 6568309"/>
              <a:gd name="connsiteY116" fmla="*/ 5088173 h 6858000"/>
              <a:gd name="connsiteX117" fmla="*/ 6073355 w 6568309"/>
              <a:gd name="connsiteY117" fmla="*/ 5088300 h 6858000"/>
              <a:gd name="connsiteX118" fmla="*/ 6072362 w 6568309"/>
              <a:gd name="connsiteY118" fmla="*/ 5094558 h 6858000"/>
              <a:gd name="connsiteX119" fmla="*/ 6064726 w 6568309"/>
              <a:gd name="connsiteY119" fmla="*/ 5125620 h 6858000"/>
              <a:gd name="connsiteX120" fmla="*/ 6065415 w 6568309"/>
              <a:gd name="connsiteY120" fmla="*/ 5268004 h 6858000"/>
              <a:gd name="connsiteX121" fmla="*/ 6066081 w 6568309"/>
              <a:gd name="connsiteY121" fmla="*/ 5269530 h 6858000"/>
              <a:gd name="connsiteX122" fmla="*/ 6043407 w 6568309"/>
              <a:gd name="connsiteY122" fmla="*/ 5390941 h 6858000"/>
              <a:gd name="connsiteX123" fmla="*/ 6025377 w 6568309"/>
              <a:gd name="connsiteY123" fmla="*/ 5539927 h 6858000"/>
              <a:gd name="connsiteX124" fmla="*/ 6010052 w 6568309"/>
              <a:gd name="connsiteY124" fmla="*/ 5791594 h 6858000"/>
              <a:gd name="connsiteX125" fmla="*/ 5994220 w 6568309"/>
              <a:gd name="connsiteY125" fmla="*/ 5855206 h 6858000"/>
              <a:gd name="connsiteX126" fmla="*/ 5982580 w 6568309"/>
              <a:gd name="connsiteY126" fmla="*/ 5873582 h 6858000"/>
              <a:gd name="connsiteX127" fmla="*/ 5983608 w 6568309"/>
              <a:gd name="connsiteY127" fmla="*/ 5876037 h 6858000"/>
              <a:gd name="connsiteX128" fmla="*/ 5983535 w 6568309"/>
              <a:gd name="connsiteY128" fmla="*/ 5886534 h 6858000"/>
              <a:gd name="connsiteX129" fmla="*/ 5988737 w 6568309"/>
              <a:gd name="connsiteY129" fmla="*/ 5888644 h 6858000"/>
              <a:gd name="connsiteX130" fmla="*/ 5992371 w 6568309"/>
              <a:gd name="connsiteY130" fmla="*/ 5903832 h 6858000"/>
              <a:gd name="connsiteX131" fmla="*/ 5990780 w 6568309"/>
              <a:gd name="connsiteY131" fmla="*/ 5923391 h 6858000"/>
              <a:gd name="connsiteX132" fmla="*/ 5993870 w 6568309"/>
              <a:gd name="connsiteY132" fmla="*/ 6013205 h 6858000"/>
              <a:gd name="connsiteX133" fmla="*/ 5997673 w 6568309"/>
              <a:gd name="connsiteY133" fmla="*/ 6074018 h 6858000"/>
              <a:gd name="connsiteX134" fmla="*/ 6014840 w 6568309"/>
              <a:gd name="connsiteY134" fmla="*/ 6130837 h 6858000"/>
              <a:gd name="connsiteX135" fmla="*/ 6010704 w 6568309"/>
              <a:gd name="connsiteY135" fmla="*/ 6152982 h 6858000"/>
              <a:gd name="connsiteX136" fmla="*/ 6038294 w 6568309"/>
              <a:gd name="connsiteY136" fmla="*/ 6221100 h 6858000"/>
              <a:gd name="connsiteX137" fmla="*/ 6052331 w 6568309"/>
              <a:gd name="connsiteY137" fmla="*/ 6287550 h 6858000"/>
              <a:gd name="connsiteX138" fmla="*/ 6074143 w 6568309"/>
              <a:gd name="connsiteY138" fmla="*/ 6401595 h 6858000"/>
              <a:gd name="connsiteX139" fmla="*/ 6060199 w 6568309"/>
              <a:gd name="connsiteY139" fmla="*/ 6487110 h 6858000"/>
              <a:gd name="connsiteX140" fmla="*/ 6081156 w 6568309"/>
              <a:gd name="connsiteY140" fmla="*/ 6588589 h 6858000"/>
              <a:gd name="connsiteX141" fmla="*/ 6114944 w 6568309"/>
              <a:gd name="connsiteY141" fmla="*/ 6769963 h 6858000"/>
              <a:gd name="connsiteX142" fmla="*/ 6128950 w 6568309"/>
              <a:gd name="connsiteY142" fmla="*/ 6835814 h 6858000"/>
              <a:gd name="connsiteX143" fmla="*/ 6132536 w 6568309"/>
              <a:gd name="connsiteY143" fmla="*/ 6858000 h 6858000"/>
              <a:gd name="connsiteX144" fmla="*/ 4789511 w 6568309"/>
              <a:gd name="connsiteY144" fmla="*/ 6858000 h 6858000"/>
              <a:gd name="connsiteX145" fmla="*/ 1866294 w 6568309"/>
              <a:gd name="connsiteY145" fmla="*/ 6858000 h 6858000"/>
              <a:gd name="connsiteX146" fmla="*/ 1705866 w 6568309"/>
              <a:gd name="connsiteY146" fmla="*/ 6858000 h 6858000"/>
              <a:gd name="connsiteX147" fmla="*/ 1343025 w 6568309"/>
              <a:gd name="connsiteY147" fmla="*/ 6858000 h 6858000"/>
              <a:gd name="connsiteX148" fmla="*/ 523269 w 6568309"/>
              <a:gd name="connsiteY148" fmla="*/ 6858000 h 6858000"/>
              <a:gd name="connsiteX149" fmla="*/ 362841 w 6568309"/>
              <a:gd name="connsiteY149" fmla="*/ 6858000 h 6858000"/>
              <a:gd name="connsiteX150" fmla="*/ 0 w 6568309"/>
              <a:gd name="connsiteY15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</a:cxnLst>
            <a:rect l="l" t="t" r="r" b="b"/>
            <a:pathLst>
              <a:path w="6568309" h="6858000">
                <a:moveTo>
                  <a:pt x="0" y="0"/>
                </a:moveTo>
                <a:lnTo>
                  <a:pt x="362841" y="0"/>
                </a:lnTo>
                <a:lnTo>
                  <a:pt x="523269" y="0"/>
                </a:lnTo>
                <a:lnTo>
                  <a:pt x="1343025" y="0"/>
                </a:lnTo>
                <a:lnTo>
                  <a:pt x="1705866" y="0"/>
                </a:lnTo>
                <a:lnTo>
                  <a:pt x="1866294" y="0"/>
                </a:lnTo>
                <a:lnTo>
                  <a:pt x="5225154" y="0"/>
                </a:lnTo>
                <a:lnTo>
                  <a:pt x="6568179" y="0"/>
                </a:lnTo>
                <a:lnTo>
                  <a:pt x="6568309" y="1"/>
                </a:lnTo>
                <a:lnTo>
                  <a:pt x="6562951" y="30700"/>
                </a:lnTo>
                <a:cubicBezTo>
                  <a:pt x="6559126" y="84364"/>
                  <a:pt x="6548218" y="241149"/>
                  <a:pt x="6547446" y="310025"/>
                </a:cubicBezTo>
                <a:cubicBezTo>
                  <a:pt x="6550151" y="367544"/>
                  <a:pt x="6557712" y="408251"/>
                  <a:pt x="6558316" y="443960"/>
                </a:cubicBezTo>
                <a:cubicBezTo>
                  <a:pt x="6555224" y="499397"/>
                  <a:pt x="6534767" y="604434"/>
                  <a:pt x="6528896" y="642659"/>
                </a:cubicBezTo>
                <a:cubicBezTo>
                  <a:pt x="6535204" y="657287"/>
                  <a:pt x="6515365" y="658191"/>
                  <a:pt x="6523095" y="673307"/>
                </a:cubicBezTo>
                <a:cubicBezTo>
                  <a:pt x="6523388" y="693769"/>
                  <a:pt x="6506868" y="797295"/>
                  <a:pt x="6496169" y="839641"/>
                </a:cubicBezTo>
                <a:cubicBezTo>
                  <a:pt x="6484119" y="887148"/>
                  <a:pt x="6457817" y="937731"/>
                  <a:pt x="6450789" y="958357"/>
                </a:cubicBezTo>
                <a:cubicBezTo>
                  <a:pt x="6443760" y="978983"/>
                  <a:pt x="6459217" y="936930"/>
                  <a:pt x="6453996" y="963398"/>
                </a:cubicBezTo>
                <a:cubicBezTo>
                  <a:pt x="6448777" y="989867"/>
                  <a:pt x="6425575" y="1087010"/>
                  <a:pt x="6419467" y="1117169"/>
                </a:cubicBezTo>
                <a:cubicBezTo>
                  <a:pt x="6431540" y="1118586"/>
                  <a:pt x="6409651" y="1135372"/>
                  <a:pt x="6417348" y="1144352"/>
                </a:cubicBezTo>
                <a:cubicBezTo>
                  <a:pt x="6424109" y="1150681"/>
                  <a:pt x="6419047" y="1157251"/>
                  <a:pt x="6418473" y="1164484"/>
                </a:cubicBezTo>
                <a:cubicBezTo>
                  <a:pt x="6423767" y="1173524"/>
                  <a:pt x="6413947" y="1205209"/>
                  <a:pt x="6406979" y="1213829"/>
                </a:cubicBezTo>
                <a:cubicBezTo>
                  <a:pt x="6382818" y="1235037"/>
                  <a:pt x="6400452" y="1277327"/>
                  <a:pt x="6381928" y="1294823"/>
                </a:cubicBezTo>
                <a:cubicBezTo>
                  <a:pt x="6379195" y="1300845"/>
                  <a:pt x="6378069" y="1306615"/>
                  <a:pt x="6377948" y="1312193"/>
                </a:cubicBezTo>
                <a:lnTo>
                  <a:pt x="6379894" y="1327626"/>
                </a:lnTo>
                <a:lnTo>
                  <a:pt x="6385024" y="1331644"/>
                </a:lnTo>
                <a:lnTo>
                  <a:pt x="6383696" y="1341276"/>
                </a:lnTo>
                <a:cubicBezTo>
                  <a:pt x="6383952" y="1342166"/>
                  <a:pt x="6384208" y="1343055"/>
                  <a:pt x="6384464" y="1343945"/>
                </a:cubicBezTo>
                <a:cubicBezTo>
                  <a:pt x="6385957" y="1349040"/>
                  <a:pt x="6387253" y="1354080"/>
                  <a:pt x="6387748" y="1359134"/>
                </a:cubicBezTo>
                <a:cubicBezTo>
                  <a:pt x="6384363" y="1373109"/>
                  <a:pt x="6372802" y="1397612"/>
                  <a:pt x="6364157" y="1427803"/>
                </a:cubicBezTo>
                <a:cubicBezTo>
                  <a:pt x="6348141" y="1460349"/>
                  <a:pt x="6348362" y="1505076"/>
                  <a:pt x="6335874" y="1540278"/>
                </a:cubicBezTo>
                <a:lnTo>
                  <a:pt x="6331892" y="1547262"/>
                </a:lnTo>
                <a:lnTo>
                  <a:pt x="6332744" y="1577056"/>
                </a:lnTo>
                <a:cubicBezTo>
                  <a:pt x="6335859" y="1582205"/>
                  <a:pt x="6336674" y="1589568"/>
                  <a:pt x="6333604" y="1595898"/>
                </a:cubicBezTo>
                <a:lnTo>
                  <a:pt x="6324749" y="1703726"/>
                </a:lnTo>
                <a:cubicBezTo>
                  <a:pt x="6324080" y="1739332"/>
                  <a:pt x="6318019" y="1754453"/>
                  <a:pt x="6329594" y="1809535"/>
                </a:cubicBezTo>
                <a:cubicBezTo>
                  <a:pt x="6344930" y="1868036"/>
                  <a:pt x="6323725" y="1952670"/>
                  <a:pt x="6329062" y="2018310"/>
                </a:cubicBezTo>
                <a:cubicBezTo>
                  <a:pt x="6308075" y="2053162"/>
                  <a:pt x="6326925" y="2034561"/>
                  <a:pt x="6321735" y="2071355"/>
                </a:cubicBezTo>
                <a:lnTo>
                  <a:pt x="6322678" y="2141166"/>
                </a:lnTo>
                <a:lnTo>
                  <a:pt x="6321340" y="2154548"/>
                </a:lnTo>
                <a:lnTo>
                  <a:pt x="6316582" y="2158153"/>
                </a:lnTo>
                <a:lnTo>
                  <a:pt x="6311428" y="2178174"/>
                </a:lnTo>
                <a:cubicBezTo>
                  <a:pt x="6310177" y="2185696"/>
                  <a:pt x="6309622" y="2193828"/>
                  <a:pt x="6310192" y="2202858"/>
                </a:cubicBezTo>
                <a:cubicBezTo>
                  <a:pt x="6319667" y="2232772"/>
                  <a:pt x="6296459" y="2283357"/>
                  <a:pt x="6309211" y="2320214"/>
                </a:cubicBezTo>
                <a:cubicBezTo>
                  <a:pt x="6307537" y="2355906"/>
                  <a:pt x="6302490" y="2394678"/>
                  <a:pt x="6300151" y="2417011"/>
                </a:cubicBezTo>
                <a:cubicBezTo>
                  <a:pt x="6292303" y="2426377"/>
                  <a:pt x="6304439" y="2456509"/>
                  <a:pt x="6295176" y="2454207"/>
                </a:cubicBezTo>
                <a:cubicBezTo>
                  <a:pt x="6299335" y="2464947"/>
                  <a:pt x="6297305" y="2476105"/>
                  <a:pt x="6293727" y="2487203"/>
                </a:cubicBezTo>
                <a:lnTo>
                  <a:pt x="6285477" y="2512282"/>
                </a:lnTo>
                <a:cubicBezTo>
                  <a:pt x="6285720" y="2512961"/>
                  <a:pt x="6285962" y="2513640"/>
                  <a:pt x="6286205" y="2514318"/>
                </a:cubicBezTo>
                <a:cubicBezTo>
                  <a:pt x="6292347" y="2534324"/>
                  <a:pt x="6298487" y="2554328"/>
                  <a:pt x="6304629" y="2574334"/>
                </a:cubicBezTo>
                <a:lnTo>
                  <a:pt x="6303842" y="2579877"/>
                </a:lnTo>
                <a:cubicBezTo>
                  <a:pt x="6303729" y="2585644"/>
                  <a:pt x="6304006" y="2603388"/>
                  <a:pt x="6303953" y="2608928"/>
                </a:cubicBezTo>
                <a:lnTo>
                  <a:pt x="6303530" y="2613111"/>
                </a:lnTo>
                <a:lnTo>
                  <a:pt x="6297474" y="2621996"/>
                </a:lnTo>
                <a:lnTo>
                  <a:pt x="6299263" y="2634265"/>
                </a:lnTo>
                <a:lnTo>
                  <a:pt x="6293065" y="2647237"/>
                </a:lnTo>
                <a:cubicBezTo>
                  <a:pt x="6294685" y="2648158"/>
                  <a:pt x="6296180" y="2649356"/>
                  <a:pt x="6297496" y="2650786"/>
                </a:cubicBezTo>
                <a:lnTo>
                  <a:pt x="6301708" y="2661993"/>
                </a:lnTo>
                <a:lnTo>
                  <a:pt x="6295884" y="2670949"/>
                </a:lnTo>
                <a:cubicBezTo>
                  <a:pt x="6304913" y="2672007"/>
                  <a:pt x="6294429" y="2681695"/>
                  <a:pt x="6291714" y="2690255"/>
                </a:cubicBezTo>
                <a:lnTo>
                  <a:pt x="6292327" y="2695683"/>
                </a:lnTo>
                <a:lnTo>
                  <a:pt x="6284410" y="2713964"/>
                </a:lnTo>
                <a:lnTo>
                  <a:pt x="6280410" y="2730175"/>
                </a:lnTo>
                <a:lnTo>
                  <a:pt x="6288082" y="2763497"/>
                </a:lnTo>
                <a:lnTo>
                  <a:pt x="6260924" y="3051539"/>
                </a:lnTo>
                <a:cubicBezTo>
                  <a:pt x="6251455" y="3165645"/>
                  <a:pt x="6222174" y="3216611"/>
                  <a:pt x="6210151" y="3335396"/>
                </a:cubicBezTo>
                <a:lnTo>
                  <a:pt x="6212034" y="3456509"/>
                </a:lnTo>
                <a:lnTo>
                  <a:pt x="6197490" y="3531827"/>
                </a:lnTo>
                <a:lnTo>
                  <a:pt x="6208018" y="3570877"/>
                </a:lnTo>
                <a:lnTo>
                  <a:pt x="6205920" y="3583849"/>
                </a:lnTo>
                <a:lnTo>
                  <a:pt x="6199616" y="3592763"/>
                </a:lnTo>
                <a:cubicBezTo>
                  <a:pt x="6191839" y="3613948"/>
                  <a:pt x="6196204" y="3641245"/>
                  <a:pt x="6181288" y="3653485"/>
                </a:cubicBezTo>
                <a:cubicBezTo>
                  <a:pt x="6178087" y="3659316"/>
                  <a:pt x="6176516" y="3664985"/>
                  <a:pt x="6175963" y="3670528"/>
                </a:cubicBezTo>
                <a:lnTo>
                  <a:pt x="6176722" y="3685990"/>
                </a:lnTo>
                <a:lnTo>
                  <a:pt x="6181549" y="3690283"/>
                </a:lnTo>
                <a:lnTo>
                  <a:pt x="6179476" y="3699787"/>
                </a:lnTo>
                <a:cubicBezTo>
                  <a:pt x="6179664" y="3700686"/>
                  <a:pt x="6179852" y="3701586"/>
                  <a:pt x="6180040" y="3702486"/>
                </a:cubicBezTo>
                <a:cubicBezTo>
                  <a:pt x="6181140" y="3707637"/>
                  <a:pt x="6182047" y="3712728"/>
                  <a:pt x="6182155" y="3717784"/>
                </a:cubicBezTo>
                <a:cubicBezTo>
                  <a:pt x="6156678" y="3711701"/>
                  <a:pt x="6178864" y="3759789"/>
                  <a:pt x="6158980" y="3746229"/>
                </a:cubicBezTo>
                <a:cubicBezTo>
                  <a:pt x="6144630" y="3780750"/>
                  <a:pt x="6117520" y="3867558"/>
                  <a:pt x="6096049" y="3924910"/>
                </a:cubicBezTo>
                <a:lnTo>
                  <a:pt x="6069712" y="3989353"/>
                </a:lnTo>
                <a:lnTo>
                  <a:pt x="6067330" y="4033899"/>
                </a:lnTo>
                <a:cubicBezTo>
                  <a:pt x="6065506" y="4070470"/>
                  <a:pt x="6063599" y="4110146"/>
                  <a:pt x="6061081" y="4142250"/>
                </a:cubicBezTo>
                <a:cubicBezTo>
                  <a:pt x="6055260" y="4200007"/>
                  <a:pt x="6045907" y="4278998"/>
                  <a:pt x="6042858" y="4329442"/>
                </a:cubicBezTo>
                <a:cubicBezTo>
                  <a:pt x="6038376" y="4381764"/>
                  <a:pt x="6036461" y="4433012"/>
                  <a:pt x="6034182" y="4456184"/>
                </a:cubicBezTo>
                <a:lnTo>
                  <a:pt x="6029178" y="4468478"/>
                </a:lnTo>
                <a:lnTo>
                  <a:pt x="6029974" y="4469862"/>
                </a:lnTo>
                <a:cubicBezTo>
                  <a:pt x="6031287" y="4476321"/>
                  <a:pt x="6030316" y="4480555"/>
                  <a:pt x="6028340" y="4483797"/>
                </a:cubicBezTo>
                <a:lnTo>
                  <a:pt x="6025168" y="4487091"/>
                </a:lnTo>
                <a:lnTo>
                  <a:pt x="6023164" y="4496728"/>
                </a:lnTo>
                <a:lnTo>
                  <a:pt x="6016839" y="4515918"/>
                </a:lnTo>
                <a:cubicBezTo>
                  <a:pt x="6017189" y="4517049"/>
                  <a:pt x="6017537" y="4518182"/>
                  <a:pt x="6017886" y="4519316"/>
                </a:cubicBezTo>
                <a:lnTo>
                  <a:pt x="6011819" y="4547957"/>
                </a:lnTo>
                <a:lnTo>
                  <a:pt x="6012791" y="4548262"/>
                </a:lnTo>
                <a:cubicBezTo>
                  <a:pt x="6014837" y="4549595"/>
                  <a:pt x="6016087" y="4551811"/>
                  <a:pt x="6015703" y="4555939"/>
                </a:cubicBezTo>
                <a:cubicBezTo>
                  <a:pt x="6031790" y="4548276"/>
                  <a:pt x="6021405" y="4557977"/>
                  <a:pt x="6018854" y="4570815"/>
                </a:cubicBezTo>
                <a:cubicBezTo>
                  <a:pt x="6021736" y="4583801"/>
                  <a:pt x="6030754" y="4622347"/>
                  <a:pt x="6033000" y="4633846"/>
                </a:cubicBezTo>
                <a:lnTo>
                  <a:pt x="6032325" y="4639816"/>
                </a:lnTo>
                <a:lnTo>
                  <a:pt x="6032549" y="4639923"/>
                </a:lnTo>
                <a:cubicBezTo>
                  <a:pt x="6032911" y="4641190"/>
                  <a:pt x="6032878" y="4643141"/>
                  <a:pt x="6032309" y="4646192"/>
                </a:cubicBezTo>
                <a:lnTo>
                  <a:pt x="6031095" y="4650706"/>
                </a:lnTo>
                <a:lnTo>
                  <a:pt x="6029786" y="4662290"/>
                </a:lnTo>
                <a:cubicBezTo>
                  <a:pt x="6030161" y="4663587"/>
                  <a:pt x="6030536" y="4664883"/>
                  <a:pt x="6030911" y="4666180"/>
                </a:cubicBezTo>
                <a:lnTo>
                  <a:pt x="6033630" y="4667585"/>
                </a:lnTo>
                <a:lnTo>
                  <a:pt x="6033189" y="4668660"/>
                </a:lnTo>
                <a:cubicBezTo>
                  <a:pt x="6027286" y="4676831"/>
                  <a:pt x="6019767" y="4679345"/>
                  <a:pt x="6038764" y="4689807"/>
                </a:cubicBezTo>
                <a:cubicBezTo>
                  <a:pt x="6028616" y="4708535"/>
                  <a:pt x="6040474" y="4712235"/>
                  <a:pt x="6042217" y="4737890"/>
                </a:cubicBezTo>
                <a:cubicBezTo>
                  <a:pt x="6033362" y="4748600"/>
                  <a:pt x="6035273" y="4757223"/>
                  <a:pt x="6040543" y="4765657"/>
                </a:cubicBezTo>
                <a:cubicBezTo>
                  <a:pt x="6034416" y="4790618"/>
                  <a:pt x="6040696" y="4813399"/>
                  <a:pt x="6039956" y="4841463"/>
                </a:cubicBezTo>
                <a:lnTo>
                  <a:pt x="6057123" y="4969863"/>
                </a:lnTo>
                <a:lnTo>
                  <a:pt x="6055039" y="4974028"/>
                </a:lnTo>
                <a:cubicBezTo>
                  <a:pt x="6053860" y="4976933"/>
                  <a:pt x="6053409" y="4978909"/>
                  <a:pt x="6053462" y="4980318"/>
                </a:cubicBezTo>
                <a:lnTo>
                  <a:pt x="6053643" y="4980501"/>
                </a:lnTo>
                <a:lnTo>
                  <a:pt x="6051733" y="4986338"/>
                </a:lnTo>
                <a:lnTo>
                  <a:pt x="6049602" y="4991296"/>
                </a:lnTo>
                <a:cubicBezTo>
                  <a:pt x="6058123" y="5019829"/>
                  <a:pt x="6066643" y="5048361"/>
                  <a:pt x="6075165" y="5076895"/>
                </a:cubicBezTo>
                <a:lnTo>
                  <a:pt x="6073751" y="5081568"/>
                </a:lnTo>
                <a:cubicBezTo>
                  <a:pt x="6073034" y="5084748"/>
                  <a:pt x="6072888" y="5086810"/>
                  <a:pt x="6073150" y="5088173"/>
                </a:cubicBezTo>
                <a:lnTo>
                  <a:pt x="6073355" y="5088300"/>
                </a:lnTo>
                <a:lnTo>
                  <a:pt x="6072362" y="5094558"/>
                </a:lnTo>
                <a:cubicBezTo>
                  <a:pt x="6070184" y="5105196"/>
                  <a:pt x="6067588" y="5115626"/>
                  <a:pt x="6064726" y="5125620"/>
                </a:cubicBezTo>
                <a:cubicBezTo>
                  <a:pt x="6063568" y="5154527"/>
                  <a:pt x="6065189" y="5244020"/>
                  <a:pt x="6065415" y="5268004"/>
                </a:cubicBezTo>
                <a:cubicBezTo>
                  <a:pt x="6065637" y="5268513"/>
                  <a:pt x="6065860" y="5269021"/>
                  <a:pt x="6066081" y="5269530"/>
                </a:cubicBezTo>
                <a:lnTo>
                  <a:pt x="6043407" y="5390941"/>
                </a:lnTo>
                <a:cubicBezTo>
                  <a:pt x="6032545" y="5438194"/>
                  <a:pt x="6020942" y="5465286"/>
                  <a:pt x="6025377" y="5539927"/>
                </a:cubicBezTo>
                <a:cubicBezTo>
                  <a:pt x="6019787" y="5610775"/>
                  <a:pt x="6013913" y="5740573"/>
                  <a:pt x="6010052" y="5791594"/>
                </a:cubicBezTo>
                <a:cubicBezTo>
                  <a:pt x="5989401" y="5787060"/>
                  <a:pt x="6018524" y="5849672"/>
                  <a:pt x="5994220" y="5855206"/>
                </a:cubicBezTo>
                <a:cubicBezTo>
                  <a:pt x="5995282" y="5860240"/>
                  <a:pt x="5980598" y="5868910"/>
                  <a:pt x="5982580" y="5873582"/>
                </a:cubicBezTo>
                <a:cubicBezTo>
                  <a:pt x="5982922" y="5874401"/>
                  <a:pt x="5983265" y="5875218"/>
                  <a:pt x="5983608" y="5876037"/>
                </a:cubicBezTo>
                <a:lnTo>
                  <a:pt x="5983535" y="5886534"/>
                </a:lnTo>
                <a:lnTo>
                  <a:pt x="5988737" y="5888644"/>
                </a:lnTo>
                <a:cubicBezTo>
                  <a:pt x="5989948" y="5893707"/>
                  <a:pt x="5991159" y="5898769"/>
                  <a:pt x="5992371" y="5903832"/>
                </a:cubicBezTo>
                <a:cubicBezTo>
                  <a:pt x="5992924" y="5909651"/>
                  <a:pt x="5992578" y="5916068"/>
                  <a:pt x="5990780" y="5923391"/>
                </a:cubicBezTo>
                <a:cubicBezTo>
                  <a:pt x="5975822" y="5948880"/>
                  <a:pt x="6013580" y="5981626"/>
                  <a:pt x="5993870" y="6013205"/>
                </a:cubicBezTo>
                <a:cubicBezTo>
                  <a:pt x="5988486" y="6024901"/>
                  <a:pt x="5991718" y="6066777"/>
                  <a:pt x="5997673" y="6074018"/>
                </a:cubicBezTo>
                <a:cubicBezTo>
                  <a:pt x="5998007" y="6081731"/>
                  <a:pt x="6007861" y="6126985"/>
                  <a:pt x="6014840" y="6130837"/>
                </a:cubicBezTo>
                <a:cubicBezTo>
                  <a:pt x="6022998" y="6137057"/>
                  <a:pt x="5999420" y="6156330"/>
                  <a:pt x="6010704" y="6152982"/>
                </a:cubicBezTo>
                <a:cubicBezTo>
                  <a:pt x="6008682" y="6186619"/>
                  <a:pt x="6039938" y="6191636"/>
                  <a:pt x="6038294" y="6221100"/>
                </a:cubicBezTo>
                <a:cubicBezTo>
                  <a:pt x="6039643" y="6222126"/>
                  <a:pt x="6046356" y="6257468"/>
                  <a:pt x="6052331" y="6287550"/>
                </a:cubicBezTo>
                <a:cubicBezTo>
                  <a:pt x="6058307" y="6317632"/>
                  <a:pt x="6082079" y="6391312"/>
                  <a:pt x="6074143" y="6401595"/>
                </a:cubicBezTo>
                <a:cubicBezTo>
                  <a:pt x="6074931" y="6423902"/>
                  <a:pt x="6059614" y="6432919"/>
                  <a:pt x="6060199" y="6487110"/>
                </a:cubicBezTo>
                <a:cubicBezTo>
                  <a:pt x="6075583" y="6574474"/>
                  <a:pt x="6076150" y="6553611"/>
                  <a:pt x="6081156" y="6588589"/>
                </a:cubicBezTo>
                <a:cubicBezTo>
                  <a:pt x="6102088" y="6637976"/>
                  <a:pt x="6067660" y="6687723"/>
                  <a:pt x="6114944" y="6769963"/>
                </a:cubicBezTo>
                <a:cubicBezTo>
                  <a:pt x="6130462" y="6819284"/>
                  <a:pt x="6119243" y="6817955"/>
                  <a:pt x="6128950" y="6835814"/>
                </a:cubicBezTo>
                <a:lnTo>
                  <a:pt x="6132536" y="6858000"/>
                </a:lnTo>
                <a:lnTo>
                  <a:pt x="4789511" y="6858000"/>
                </a:lnTo>
                <a:lnTo>
                  <a:pt x="1866294" y="6858000"/>
                </a:lnTo>
                <a:lnTo>
                  <a:pt x="1705866" y="6858000"/>
                </a:lnTo>
                <a:lnTo>
                  <a:pt x="1343025" y="6858000"/>
                </a:lnTo>
                <a:lnTo>
                  <a:pt x="523269" y="6858000"/>
                </a:lnTo>
                <a:lnTo>
                  <a:pt x="362841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4FF2A6-1FD2-BCE2-544B-186A3C1BD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600"/>
            <a:ext cx="4784796" cy="1330840"/>
          </a:xfrm>
        </p:spPr>
        <p:txBody>
          <a:bodyPr>
            <a:normAutofit/>
          </a:bodyPr>
          <a:lstStyle/>
          <a:p>
            <a:r>
              <a:rPr lang="en-US" sz="3700" err="1"/>
              <a:t>Arhitectura</a:t>
            </a:r>
            <a:r>
              <a:rPr lang="en-US" sz="3700"/>
              <a:t> </a:t>
            </a:r>
            <a:r>
              <a:rPr lang="en-US" sz="3700" err="1"/>
              <a:t>Sistemului</a:t>
            </a:r>
            <a:r>
              <a:rPr lang="en-US" sz="3700"/>
              <a:t> (State Machine)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A6BFA4B-EDD7-4098-7A5A-770AF4EA9C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4102"/>
            <a:ext cx="4438036" cy="3908585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 sz="1600" b="1" dirty="0"/>
              <a:t>Flux de date:</a:t>
            </a:r>
            <a:endParaRPr lang="en-US" sz="1600" dirty="0"/>
          </a:p>
          <a:p>
            <a:pPr>
              <a:buFont typeface="+mj-lt"/>
              <a:buAutoNum type="arabicPeriod"/>
            </a:pPr>
            <a:r>
              <a:rPr lang="en-US" sz="1600" b="1" dirty="0"/>
              <a:t>Acquisition:</a:t>
            </a:r>
            <a:r>
              <a:rPr lang="en-US" sz="1600" dirty="0"/>
              <a:t> </a:t>
            </a:r>
            <a:r>
              <a:rPr lang="en-US" sz="1600" err="1"/>
              <a:t>Incarcare</a:t>
            </a:r>
            <a:r>
              <a:rPr lang="en-US" sz="1600" dirty="0"/>
              <a:t> text (Manual </a:t>
            </a:r>
            <a:r>
              <a:rPr lang="en-US" sz="1600" err="1"/>
              <a:t>sau</a:t>
            </a:r>
            <a:r>
              <a:rPr lang="en-US" sz="1600" dirty="0"/>
              <a:t> Batch).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Preprocessing:</a:t>
            </a:r>
            <a:r>
              <a:rPr lang="en-US" sz="1600" dirty="0"/>
              <a:t> </a:t>
            </a:r>
            <a:r>
              <a:rPr lang="en-US" sz="1600" err="1"/>
              <a:t>Curatare</a:t>
            </a:r>
            <a:r>
              <a:rPr lang="en-US" sz="1600" dirty="0"/>
              <a:t> text + </a:t>
            </a:r>
            <a:r>
              <a:rPr lang="en-US" sz="1600" err="1"/>
              <a:t>Vectorizare</a:t>
            </a:r>
            <a:r>
              <a:rPr lang="en-US" sz="1600" dirty="0"/>
              <a:t> TF-IDF.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Inference:</a:t>
            </a:r>
            <a:r>
              <a:rPr lang="en-US" sz="1600" dirty="0"/>
              <a:t> MLP Regressor </a:t>
            </a:r>
            <a:r>
              <a:rPr lang="en-US" sz="1600" err="1"/>
              <a:t>prezice</a:t>
            </a:r>
            <a:r>
              <a:rPr lang="en-US" sz="1600" dirty="0"/>
              <a:t> un </a:t>
            </a:r>
            <a:r>
              <a:rPr lang="en-US" sz="1600" err="1"/>
              <a:t>scor</a:t>
            </a:r>
            <a:r>
              <a:rPr lang="en-US" sz="1600" dirty="0"/>
              <a:t> brut.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Grading:</a:t>
            </a:r>
            <a:r>
              <a:rPr lang="en-US" sz="1600" dirty="0"/>
              <a:t> </a:t>
            </a:r>
            <a:r>
              <a:rPr lang="en-US" sz="1600" err="1"/>
              <a:t>Rotunjire</a:t>
            </a:r>
            <a:r>
              <a:rPr lang="en-US" sz="1600" dirty="0"/>
              <a:t> la </a:t>
            </a:r>
            <a:r>
              <a:rPr lang="en-US" sz="1600" err="1"/>
              <a:t>grila</a:t>
            </a:r>
            <a:r>
              <a:rPr lang="en-US" sz="1600" dirty="0"/>
              <a:t> (0.0, 2.5, 4.0, 5.0).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Reporting:</a:t>
            </a:r>
            <a:r>
              <a:rPr lang="en-US" sz="1600" dirty="0"/>
              <a:t> </a:t>
            </a:r>
            <a:r>
              <a:rPr lang="en-US" sz="1600" err="1"/>
              <a:t>Afisare</a:t>
            </a:r>
            <a:r>
              <a:rPr lang="en-US" sz="1600" dirty="0"/>
              <a:t> </a:t>
            </a:r>
            <a:r>
              <a:rPr lang="en-US" sz="1600" err="1"/>
              <a:t>rezultate</a:t>
            </a:r>
            <a:r>
              <a:rPr lang="en-US" sz="1600" dirty="0"/>
              <a:t> </a:t>
            </a:r>
            <a:r>
              <a:rPr lang="en-US" sz="1600" err="1"/>
              <a:t>colorate</a:t>
            </a:r>
            <a:r>
              <a:rPr lang="en-US" sz="1600" dirty="0"/>
              <a:t> in UI.</a:t>
            </a:r>
          </a:p>
          <a:p>
            <a:endParaRPr lang="en-US" sz="1600" dirty="0"/>
          </a:p>
        </p:txBody>
      </p:sp>
      <p:pic>
        <p:nvPicPr>
          <p:cNvPr id="5" name="Content Placeholder 4" descr="A diagram of a system&#10;&#10;AI-generated content may be incorrect.">
            <a:extLst>
              <a:ext uri="{FF2B5EF4-FFF2-40B4-BE49-F238E27FC236}">
                <a16:creationId xmlns:a16="http://schemas.microsoft.com/office/drawing/2014/main" id="{BAFE952A-6D77-D325-CD30-586E24EA7E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1152" y="717012"/>
            <a:ext cx="4016565" cy="5446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235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53762B-2ABE-9893-2419-121289879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Modelul Neuronal (Arhitectura MLP)</a:t>
            </a:r>
          </a:p>
        </p:txBody>
      </p:sp>
      <p:sp>
        <p:nvSpPr>
          <p:cNvPr id="13" name="Arc 12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C88C718-2F0D-0B85-3846-46E9C294CB9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447308" y="591344"/>
            <a:ext cx="6906491" cy="558561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Tip: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Multi-Layer Perceptron (MLPRegressor).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Input: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Vectori TF-IDF (1000 features).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Arhitectura Interna:</a:t>
            </a:r>
            <a:endParaRPr kumimoji="0" lang="en-US" altLang="en-US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Hidden Layer 1: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100 neuroni (ReLu).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Hidden Layer 2: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50 neuroni (ReLu) - structura "Funnel".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Output: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1 neuron (Nota prezisa).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De ce MLP?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Capabil sa invete relatii non-lineare complexe intre cuvinte si note, fiind mult mai rapid decat modelele Transformer complexe.</a:t>
            </a:r>
          </a:p>
        </p:txBody>
      </p:sp>
    </p:spTree>
    <p:extLst>
      <p:ext uri="{BB962C8B-B14F-4D97-AF65-F5344CB8AC3E}">
        <p14:creationId xmlns:p14="http://schemas.microsoft.com/office/powerpoint/2010/main" val="1487101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821940F-7A1D-4ACC-85B4-A932898AB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674508-81D3-48CF-96BF-7FC60EAA5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741994" cy="6858000"/>
          </a:xfrm>
          <a:custGeom>
            <a:avLst/>
            <a:gdLst>
              <a:gd name="connsiteX0" fmla="*/ 0 w 6568309"/>
              <a:gd name="connsiteY0" fmla="*/ 0 h 6858000"/>
              <a:gd name="connsiteX1" fmla="*/ 362841 w 6568309"/>
              <a:gd name="connsiteY1" fmla="*/ 0 h 6858000"/>
              <a:gd name="connsiteX2" fmla="*/ 523269 w 6568309"/>
              <a:gd name="connsiteY2" fmla="*/ 0 h 6858000"/>
              <a:gd name="connsiteX3" fmla="*/ 1343025 w 6568309"/>
              <a:gd name="connsiteY3" fmla="*/ 0 h 6858000"/>
              <a:gd name="connsiteX4" fmla="*/ 1705866 w 6568309"/>
              <a:gd name="connsiteY4" fmla="*/ 0 h 6858000"/>
              <a:gd name="connsiteX5" fmla="*/ 1866294 w 6568309"/>
              <a:gd name="connsiteY5" fmla="*/ 0 h 6858000"/>
              <a:gd name="connsiteX6" fmla="*/ 5225154 w 6568309"/>
              <a:gd name="connsiteY6" fmla="*/ 0 h 6858000"/>
              <a:gd name="connsiteX7" fmla="*/ 6568179 w 6568309"/>
              <a:gd name="connsiteY7" fmla="*/ 0 h 6858000"/>
              <a:gd name="connsiteX8" fmla="*/ 6568309 w 6568309"/>
              <a:gd name="connsiteY8" fmla="*/ 1 h 6858000"/>
              <a:gd name="connsiteX9" fmla="*/ 6562951 w 6568309"/>
              <a:gd name="connsiteY9" fmla="*/ 30700 h 6858000"/>
              <a:gd name="connsiteX10" fmla="*/ 6547446 w 6568309"/>
              <a:gd name="connsiteY10" fmla="*/ 310025 h 6858000"/>
              <a:gd name="connsiteX11" fmla="*/ 6558316 w 6568309"/>
              <a:gd name="connsiteY11" fmla="*/ 443960 h 6858000"/>
              <a:gd name="connsiteX12" fmla="*/ 6528896 w 6568309"/>
              <a:gd name="connsiteY12" fmla="*/ 642659 h 6858000"/>
              <a:gd name="connsiteX13" fmla="*/ 6523095 w 6568309"/>
              <a:gd name="connsiteY13" fmla="*/ 673307 h 6858000"/>
              <a:gd name="connsiteX14" fmla="*/ 6496169 w 6568309"/>
              <a:gd name="connsiteY14" fmla="*/ 839641 h 6858000"/>
              <a:gd name="connsiteX15" fmla="*/ 6450789 w 6568309"/>
              <a:gd name="connsiteY15" fmla="*/ 958357 h 6858000"/>
              <a:gd name="connsiteX16" fmla="*/ 6453996 w 6568309"/>
              <a:gd name="connsiteY16" fmla="*/ 963398 h 6858000"/>
              <a:gd name="connsiteX17" fmla="*/ 6419467 w 6568309"/>
              <a:gd name="connsiteY17" fmla="*/ 1117169 h 6858000"/>
              <a:gd name="connsiteX18" fmla="*/ 6417348 w 6568309"/>
              <a:gd name="connsiteY18" fmla="*/ 1144352 h 6858000"/>
              <a:gd name="connsiteX19" fmla="*/ 6418473 w 6568309"/>
              <a:gd name="connsiteY19" fmla="*/ 1164484 h 6858000"/>
              <a:gd name="connsiteX20" fmla="*/ 6406979 w 6568309"/>
              <a:gd name="connsiteY20" fmla="*/ 1213829 h 6858000"/>
              <a:gd name="connsiteX21" fmla="*/ 6381928 w 6568309"/>
              <a:gd name="connsiteY21" fmla="*/ 1294823 h 6858000"/>
              <a:gd name="connsiteX22" fmla="*/ 6377948 w 6568309"/>
              <a:gd name="connsiteY22" fmla="*/ 1312193 h 6858000"/>
              <a:gd name="connsiteX23" fmla="*/ 6379894 w 6568309"/>
              <a:gd name="connsiteY23" fmla="*/ 1327626 h 6858000"/>
              <a:gd name="connsiteX24" fmla="*/ 6385024 w 6568309"/>
              <a:gd name="connsiteY24" fmla="*/ 1331644 h 6858000"/>
              <a:gd name="connsiteX25" fmla="*/ 6383696 w 6568309"/>
              <a:gd name="connsiteY25" fmla="*/ 1341276 h 6858000"/>
              <a:gd name="connsiteX26" fmla="*/ 6384464 w 6568309"/>
              <a:gd name="connsiteY26" fmla="*/ 1343945 h 6858000"/>
              <a:gd name="connsiteX27" fmla="*/ 6387748 w 6568309"/>
              <a:gd name="connsiteY27" fmla="*/ 1359134 h 6858000"/>
              <a:gd name="connsiteX28" fmla="*/ 6364157 w 6568309"/>
              <a:gd name="connsiteY28" fmla="*/ 1427803 h 6858000"/>
              <a:gd name="connsiteX29" fmla="*/ 6335874 w 6568309"/>
              <a:gd name="connsiteY29" fmla="*/ 1540278 h 6858000"/>
              <a:gd name="connsiteX30" fmla="*/ 6331892 w 6568309"/>
              <a:gd name="connsiteY30" fmla="*/ 1547262 h 6858000"/>
              <a:gd name="connsiteX31" fmla="*/ 6332744 w 6568309"/>
              <a:gd name="connsiteY31" fmla="*/ 1577056 h 6858000"/>
              <a:gd name="connsiteX32" fmla="*/ 6333604 w 6568309"/>
              <a:gd name="connsiteY32" fmla="*/ 1595898 h 6858000"/>
              <a:gd name="connsiteX33" fmla="*/ 6324749 w 6568309"/>
              <a:gd name="connsiteY33" fmla="*/ 1703726 h 6858000"/>
              <a:gd name="connsiteX34" fmla="*/ 6329594 w 6568309"/>
              <a:gd name="connsiteY34" fmla="*/ 1809535 h 6858000"/>
              <a:gd name="connsiteX35" fmla="*/ 6329062 w 6568309"/>
              <a:gd name="connsiteY35" fmla="*/ 2018310 h 6858000"/>
              <a:gd name="connsiteX36" fmla="*/ 6321735 w 6568309"/>
              <a:gd name="connsiteY36" fmla="*/ 2071355 h 6858000"/>
              <a:gd name="connsiteX37" fmla="*/ 6322678 w 6568309"/>
              <a:gd name="connsiteY37" fmla="*/ 2141166 h 6858000"/>
              <a:gd name="connsiteX38" fmla="*/ 6321340 w 6568309"/>
              <a:gd name="connsiteY38" fmla="*/ 2154548 h 6858000"/>
              <a:gd name="connsiteX39" fmla="*/ 6316582 w 6568309"/>
              <a:gd name="connsiteY39" fmla="*/ 2158153 h 6858000"/>
              <a:gd name="connsiteX40" fmla="*/ 6311428 w 6568309"/>
              <a:gd name="connsiteY40" fmla="*/ 2178174 h 6858000"/>
              <a:gd name="connsiteX41" fmla="*/ 6310192 w 6568309"/>
              <a:gd name="connsiteY41" fmla="*/ 2202858 h 6858000"/>
              <a:gd name="connsiteX42" fmla="*/ 6309211 w 6568309"/>
              <a:gd name="connsiteY42" fmla="*/ 2320214 h 6858000"/>
              <a:gd name="connsiteX43" fmla="*/ 6300151 w 6568309"/>
              <a:gd name="connsiteY43" fmla="*/ 2417011 h 6858000"/>
              <a:gd name="connsiteX44" fmla="*/ 6295176 w 6568309"/>
              <a:gd name="connsiteY44" fmla="*/ 2454207 h 6858000"/>
              <a:gd name="connsiteX45" fmla="*/ 6293727 w 6568309"/>
              <a:gd name="connsiteY45" fmla="*/ 2487203 h 6858000"/>
              <a:gd name="connsiteX46" fmla="*/ 6285477 w 6568309"/>
              <a:gd name="connsiteY46" fmla="*/ 2512282 h 6858000"/>
              <a:gd name="connsiteX47" fmla="*/ 6286205 w 6568309"/>
              <a:gd name="connsiteY47" fmla="*/ 2514318 h 6858000"/>
              <a:gd name="connsiteX48" fmla="*/ 6304629 w 6568309"/>
              <a:gd name="connsiteY48" fmla="*/ 2574334 h 6858000"/>
              <a:gd name="connsiteX49" fmla="*/ 6303842 w 6568309"/>
              <a:gd name="connsiteY49" fmla="*/ 2579877 h 6858000"/>
              <a:gd name="connsiteX50" fmla="*/ 6303953 w 6568309"/>
              <a:gd name="connsiteY50" fmla="*/ 2608928 h 6858000"/>
              <a:gd name="connsiteX51" fmla="*/ 6303530 w 6568309"/>
              <a:gd name="connsiteY51" fmla="*/ 2613111 h 6858000"/>
              <a:gd name="connsiteX52" fmla="*/ 6297474 w 6568309"/>
              <a:gd name="connsiteY52" fmla="*/ 2621996 h 6858000"/>
              <a:gd name="connsiteX53" fmla="*/ 6299263 w 6568309"/>
              <a:gd name="connsiteY53" fmla="*/ 2634265 h 6858000"/>
              <a:gd name="connsiteX54" fmla="*/ 6293065 w 6568309"/>
              <a:gd name="connsiteY54" fmla="*/ 2647237 h 6858000"/>
              <a:gd name="connsiteX55" fmla="*/ 6297496 w 6568309"/>
              <a:gd name="connsiteY55" fmla="*/ 2650786 h 6858000"/>
              <a:gd name="connsiteX56" fmla="*/ 6301708 w 6568309"/>
              <a:gd name="connsiteY56" fmla="*/ 2661993 h 6858000"/>
              <a:gd name="connsiteX57" fmla="*/ 6295884 w 6568309"/>
              <a:gd name="connsiteY57" fmla="*/ 2670949 h 6858000"/>
              <a:gd name="connsiteX58" fmla="*/ 6291714 w 6568309"/>
              <a:gd name="connsiteY58" fmla="*/ 2690255 h 6858000"/>
              <a:gd name="connsiteX59" fmla="*/ 6292327 w 6568309"/>
              <a:gd name="connsiteY59" fmla="*/ 2695683 h 6858000"/>
              <a:gd name="connsiteX60" fmla="*/ 6284410 w 6568309"/>
              <a:gd name="connsiteY60" fmla="*/ 2713964 h 6858000"/>
              <a:gd name="connsiteX61" fmla="*/ 6280410 w 6568309"/>
              <a:gd name="connsiteY61" fmla="*/ 2730175 h 6858000"/>
              <a:gd name="connsiteX62" fmla="*/ 6288082 w 6568309"/>
              <a:gd name="connsiteY62" fmla="*/ 2763497 h 6858000"/>
              <a:gd name="connsiteX63" fmla="*/ 6260924 w 6568309"/>
              <a:gd name="connsiteY63" fmla="*/ 3051539 h 6858000"/>
              <a:gd name="connsiteX64" fmla="*/ 6210151 w 6568309"/>
              <a:gd name="connsiteY64" fmla="*/ 3335396 h 6858000"/>
              <a:gd name="connsiteX65" fmla="*/ 6212034 w 6568309"/>
              <a:gd name="connsiteY65" fmla="*/ 3456509 h 6858000"/>
              <a:gd name="connsiteX66" fmla="*/ 6197490 w 6568309"/>
              <a:gd name="connsiteY66" fmla="*/ 3531827 h 6858000"/>
              <a:gd name="connsiteX67" fmla="*/ 6208018 w 6568309"/>
              <a:gd name="connsiteY67" fmla="*/ 3570877 h 6858000"/>
              <a:gd name="connsiteX68" fmla="*/ 6205920 w 6568309"/>
              <a:gd name="connsiteY68" fmla="*/ 3583849 h 6858000"/>
              <a:gd name="connsiteX69" fmla="*/ 6199616 w 6568309"/>
              <a:gd name="connsiteY69" fmla="*/ 3592763 h 6858000"/>
              <a:gd name="connsiteX70" fmla="*/ 6181288 w 6568309"/>
              <a:gd name="connsiteY70" fmla="*/ 3653485 h 6858000"/>
              <a:gd name="connsiteX71" fmla="*/ 6175963 w 6568309"/>
              <a:gd name="connsiteY71" fmla="*/ 3670528 h 6858000"/>
              <a:gd name="connsiteX72" fmla="*/ 6176722 w 6568309"/>
              <a:gd name="connsiteY72" fmla="*/ 3685990 h 6858000"/>
              <a:gd name="connsiteX73" fmla="*/ 6181549 w 6568309"/>
              <a:gd name="connsiteY73" fmla="*/ 3690283 h 6858000"/>
              <a:gd name="connsiteX74" fmla="*/ 6179476 w 6568309"/>
              <a:gd name="connsiteY74" fmla="*/ 3699787 h 6858000"/>
              <a:gd name="connsiteX75" fmla="*/ 6180040 w 6568309"/>
              <a:gd name="connsiteY75" fmla="*/ 3702486 h 6858000"/>
              <a:gd name="connsiteX76" fmla="*/ 6182155 w 6568309"/>
              <a:gd name="connsiteY76" fmla="*/ 3717784 h 6858000"/>
              <a:gd name="connsiteX77" fmla="*/ 6158980 w 6568309"/>
              <a:gd name="connsiteY77" fmla="*/ 3746229 h 6858000"/>
              <a:gd name="connsiteX78" fmla="*/ 6096049 w 6568309"/>
              <a:gd name="connsiteY78" fmla="*/ 3924910 h 6858000"/>
              <a:gd name="connsiteX79" fmla="*/ 6069712 w 6568309"/>
              <a:gd name="connsiteY79" fmla="*/ 3989353 h 6858000"/>
              <a:gd name="connsiteX80" fmla="*/ 6067330 w 6568309"/>
              <a:gd name="connsiteY80" fmla="*/ 4033899 h 6858000"/>
              <a:gd name="connsiteX81" fmla="*/ 6061081 w 6568309"/>
              <a:gd name="connsiteY81" fmla="*/ 4142250 h 6858000"/>
              <a:gd name="connsiteX82" fmla="*/ 6042858 w 6568309"/>
              <a:gd name="connsiteY82" fmla="*/ 4329442 h 6858000"/>
              <a:gd name="connsiteX83" fmla="*/ 6034182 w 6568309"/>
              <a:gd name="connsiteY83" fmla="*/ 4456184 h 6858000"/>
              <a:gd name="connsiteX84" fmla="*/ 6029178 w 6568309"/>
              <a:gd name="connsiteY84" fmla="*/ 4468478 h 6858000"/>
              <a:gd name="connsiteX85" fmla="*/ 6029974 w 6568309"/>
              <a:gd name="connsiteY85" fmla="*/ 4469862 h 6858000"/>
              <a:gd name="connsiteX86" fmla="*/ 6028340 w 6568309"/>
              <a:gd name="connsiteY86" fmla="*/ 4483797 h 6858000"/>
              <a:gd name="connsiteX87" fmla="*/ 6025168 w 6568309"/>
              <a:gd name="connsiteY87" fmla="*/ 4487091 h 6858000"/>
              <a:gd name="connsiteX88" fmla="*/ 6023164 w 6568309"/>
              <a:gd name="connsiteY88" fmla="*/ 4496728 h 6858000"/>
              <a:gd name="connsiteX89" fmla="*/ 6016839 w 6568309"/>
              <a:gd name="connsiteY89" fmla="*/ 4515918 h 6858000"/>
              <a:gd name="connsiteX90" fmla="*/ 6017886 w 6568309"/>
              <a:gd name="connsiteY90" fmla="*/ 4519316 h 6858000"/>
              <a:gd name="connsiteX91" fmla="*/ 6011819 w 6568309"/>
              <a:gd name="connsiteY91" fmla="*/ 4547957 h 6858000"/>
              <a:gd name="connsiteX92" fmla="*/ 6012791 w 6568309"/>
              <a:gd name="connsiteY92" fmla="*/ 4548262 h 6858000"/>
              <a:gd name="connsiteX93" fmla="*/ 6015703 w 6568309"/>
              <a:gd name="connsiteY93" fmla="*/ 4555939 h 6858000"/>
              <a:gd name="connsiteX94" fmla="*/ 6018854 w 6568309"/>
              <a:gd name="connsiteY94" fmla="*/ 4570815 h 6858000"/>
              <a:gd name="connsiteX95" fmla="*/ 6033000 w 6568309"/>
              <a:gd name="connsiteY95" fmla="*/ 4633846 h 6858000"/>
              <a:gd name="connsiteX96" fmla="*/ 6032325 w 6568309"/>
              <a:gd name="connsiteY96" fmla="*/ 4639816 h 6858000"/>
              <a:gd name="connsiteX97" fmla="*/ 6032549 w 6568309"/>
              <a:gd name="connsiteY97" fmla="*/ 4639923 h 6858000"/>
              <a:gd name="connsiteX98" fmla="*/ 6032309 w 6568309"/>
              <a:gd name="connsiteY98" fmla="*/ 4646192 h 6858000"/>
              <a:gd name="connsiteX99" fmla="*/ 6031095 w 6568309"/>
              <a:gd name="connsiteY99" fmla="*/ 4650706 h 6858000"/>
              <a:gd name="connsiteX100" fmla="*/ 6029786 w 6568309"/>
              <a:gd name="connsiteY100" fmla="*/ 4662290 h 6858000"/>
              <a:gd name="connsiteX101" fmla="*/ 6030911 w 6568309"/>
              <a:gd name="connsiteY101" fmla="*/ 4666180 h 6858000"/>
              <a:gd name="connsiteX102" fmla="*/ 6033630 w 6568309"/>
              <a:gd name="connsiteY102" fmla="*/ 4667585 h 6858000"/>
              <a:gd name="connsiteX103" fmla="*/ 6033189 w 6568309"/>
              <a:gd name="connsiteY103" fmla="*/ 4668660 h 6858000"/>
              <a:gd name="connsiteX104" fmla="*/ 6038764 w 6568309"/>
              <a:gd name="connsiteY104" fmla="*/ 4689807 h 6858000"/>
              <a:gd name="connsiteX105" fmla="*/ 6042217 w 6568309"/>
              <a:gd name="connsiteY105" fmla="*/ 4737890 h 6858000"/>
              <a:gd name="connsiteX106" fmla="*/ 6040543 w 6568309"/>
              <a:gd name="connsiteY106" fmla="*/ 4765657 h 6858000"/>
              <a:gd name="connsiteX107" fmla="*/ 6039956 w 6568309"/>
              <a:gd name="connsiteY107" fmla="*/ 4841463 h 6858000"/>
              <a:gd name="connsiteX108" fmla="*/ 6057123 w 6568309"/>
              <a:gd name="connsiteY108" fmla="*/ 4969863 h 6858000"/>
              <a:gd name="connsiteX109" fmla="*/ 6055039 w 6568309"/>
              <a:gd name="connsiteY109" fmla="*/ 4974028 h 6858000"/>
              <a:gd name="connsiteX110" fmla="*/ 6053462 w 6568309"/>
              <a:gd name="connsiteY110" fmla="*/ 4980318 h 6858000"/>
              <a:gd name="connsiteX111" fmla="*/ 6053643 w 6568309"/>
              <a:gd name="connsiteY111" fmla="*/ 4980501 h 6858000"/>
              <a:gd name="connsiteX112" fmla="*/ 6051733 w 6568309"/>
              <a:gd name="connsiteY112" fmla="*/ 4986338 h 6858000"/>
              <a:gd name="connsiteX113" fmla="*/ 6049602 w 6568309"/>
              <a:gd name="connsiteY113" fmla="*/ 4991296 h 6858000"/>
              <a:gd name="connsiteX114" fmla="*/ 6075165 w 6568309"/>
              <a:gd name="connsiteY114" fmla="*/ 5076895 h 6858000"/>
              <a:gd name="connsiteX115" fmla="*/ 6073751 w 6568309"/>
              <a:gd name="connsiteY115" fmla="*/ 5081568 h 6858000"/>
              <a:gd name="connsiteX116" fmla="*/ 6073150 w 6568309"/>
              <a:gd name="connsiteY116" fmla="*/ 5088173 h 6858000"/>
              <a:gd name="connsiteX117" fmla="*/ 6073355 w 6568309"/>
              <a:gd name="connsiteY117" fmla="*/ 5088300 h 6858000"/>
              <a:gd name="connsiteX118" fmla="*/ 6072362 w 6568309"/>
              <a:gd name="connsiteY118" fmla="*/ 5094558 h 6858000"/>
              <a:gd name="connsiteX119" fmla="*/ 6064726 w 6568309"/>
              <a:gd name="connsiteY119" fmla="*/ 5125620 h 6858000"/>
              <a:gd name="connsiteX120" fmla="*/ 6065415 w 6568309"/>
              <a:gd name="connsiteY120" fmla="*/ 5268004 h 6858000"/>
              <a:gd name="connsiteX121" fmla="*/ 6066081 w 6568309"/>
              <a:gd name="connsiteY121" fmla="*/ 5269530 h 6858000"/>
              <a:gd name="connsiteX122" fmla="*/ 6043407 w 6568309"/>
              <a:gd name="connsiteY122" fmla="*/ 5390941 h 6858000"/>
              <a:gd name="connsiteX123" fmla="*/ 6025377 w 6568309"/>
              <a:gd name="connsiteY123" fmla="*/ 5539927 h 6858000"/>
              <a:gd name="connsiteX124" fmla="*/ 6010052 w 6568309"/>
              <a:gd name="connsiteY124" fmla="*/ 5791594 h 6858000"/>
              <a:gd name="connsiteX125" fmla="*/ 5994220 w 6568309"/>
              <a:gd name="connsiteY125" fmla="*/ 5855206 h 6858000"/>
              <a:gd name="connsiteX126" fmla="*/ 5982580 w 6568309"/>
              <a:gd name="connsiteY126" fmla="*/ 5873582 h 6858000"/>
              <a:gd name="connsiteX127" fmla="*/ 5983608 w 6568309"/>
              <a:gd name="connsiteY127" fmla="*/ 5876037 h 6858000"/>
              <a:gd name="connsiteX128" fmla="*/ 5983535 w 6568309"/>
              <a:gd name="connsiteY128" fmla="*/ 5886534 h 6858000"/>
              <a:gd name="connsiteX129" fmla="*/ 5988737 w 6568309"/>
              <a:gd name="connsiteY129" fmla="*/ 5888644 h 6858000"/>
              <a:gd name="connsiteX130" fmla="*/ 5992371 w 6568309"/>
              <a:gd name="connsiteY130" fmla="*/ 5903832 h 6858000"/>
              <a:gd name="connsiteX131" fmla="*/ 5990780 w 6568309"/>
              <a:gd name="connsiteY131" fmla="*/ 5923391 h 6858000"/>
              <a:gd name="connsiteX132" fmla="*/ 5993870 w 6568309"/>
              <a:gd name="connsiteY132" fmla="*/ 6013205 h 6858000"/>
              <a:gd name="connsiteX133" fmla="*/ 5997673 w 6568309"/>
              <a:gd name="connsiteY133" fmla="*/ 6074018 h 6858000"/>
              <a:gd name="connsiteX134" fmla="*/ 6014840 w 6568309"/>
              <a:gd name="connsiteY134" fmla="*/ 6130837 h 6858000"/>
              <a:gd name="connsiteX135" fmla="*/ 6010704 w 6568309"/>
              <a:gd name="connsiteY135" fmla="*/ 6152982 h 6858000"/>
              <a:gd name="connsiteX136" fmla="*/ 6038294 w 6568309"/>
              <a:gd name="connsiteY136" fmla="*/ 6221100 h 6858000"/>
              <a:gd name="connsiteX137" fmla="*/ 6052331 w 6568309"/>
              <a:gd name="connsiteY137" fmla="*/ 6287550 h 6858000"/>
              <a:gd name="connsiteX138" fmla="*/ 6074143 w 6568309"/>
              <a:gd name="connsiteY138" fmla="*/ 6401595 h 6858000"/>
              <a:gd name="connsiteX139" fmla="*/ 6060199 w 6568309"/>
              <a:gd name="connsiteY139" fmla="*/ 6487110 h 6858000"/>
              <a:gd name="connsiteX140" fmla="*/ 6081156 w 6568309"/>
              <a:gd name="connsiteY140" fmla="*/ 6588589 h 6858000"/>
              <a:gd name="connsiteX141" fmla="*/ 6114944 w 6568309"/>
              <a:gd name="connsiteY141" fmla="*/ 6769963 h 6858000"/>
              <a:gd name="connsiteX142" fmla="*/ 6128950 w 6568309"/>
              <a:gd name="connsiteY142" fmla="*/ 6835814 h 6858000"/>
              <a:gd name="connsiteX143" fmla="*/ 6132536 w 6568309"/>
              <a:gd name="connsiteY143" fmla="*/ 6858000 h 6858000"/>
              <a:gd name="connsiteX144" fmla="*/ 4789511 w 6568309"/>
              <a:gd name="connsiteY144" fmla="*/ 6858000 h 6858000"/>
              <a:gd name="connsiteX145" fmla="*/ 1866294 w 6568309"/>
              <a:gd name="connsiteY145" fmla="*/ 6858000 h 6858000"/>
              <a:gd name="connsiteX146" fmla="*/ 1705866 w 6568309"/>
              <a:gd name="connsiteY146" fmla="*/ 6858000 h 6858000"/>
              <a:gd name="connsiteX147" fmla="*/ 1343025 w 6568309"/>
              <a:gd name="connsiteY147" fmla="*/ 6858000 h 6858000"/>
              <a:gd name="connsiteX148" fmla="*/ 523269 w 6568309"/>
              <a:gd name="connsiteY148" fmla="*/ 6858000 h 6858000"/>
              <a:gd name="connsiteX149" fmla="*/ 362841 w 6568309"/>
              <a:gd name="connsiteY149" fmla="*/ 6858000 h 6858000"/>
              <a:gd name="connsiteX150" fmla="*/ 0 w 6568309"/>
              <a:gd name="connsiteY15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</a:cxnLst>
            <a:rect l="l" t="t" r="r" b="b"/>
            <a:pathLst>
              <a:path w="6568309" h="6858000">
                <a:moveTo>
                  <a:pt x="0" y="0"/>
                </a:moveTo>
                <a:lnTo>
                  <a:pt x="362841" y="0"/>
                </a:lnTo>
                <a:lnTo>
                  <a:pt x="523269" y="0"/>
                </a:lnTo>
                <a:lnTo>
                  <a:pt x="1343025" y="0"/>
                </a:lnTo>
                <a:lnTo>
                  <a:pt x="1705866" y="0"/>
                </a:lnTo>
                <a:lnTo>
                  <a:pt x="1866294" y="0"/>
                </a:lnTo>
                <a:lnTo>
                  <a:pt x="5225154" y="0"/>
                </a:lnTo>
                <a:lnTo>
                  <a:pt x="6568179" y="0"/>
                </a:lnTo>
                <a:lnTo>
                  <a:pt x="6568309" y="1"/>
                </a:lnTo>
                <a:lnTo>
                  <a:pt x="6562951" y="30700"/>
                </a:lnTo>
                <a:cubicBezTo>
                  <a:pt x="6559126" y="84364"/>
                  <a:pt x="6548218" y="241149"/>
                  <a:pt x="6547446" y="310025"/>
                </a:cubicBezTo>
                <a:cubicBezTo>
                  <a:pt x="6550151" y="367544"/>
                  <a:pt x="6557712" y="408251"/>
                  <a:pt x="6558316" y="443960"/>
                </a:cubicBezTo>
                <a:cubicBezTo>
                  <a:pt x="6555224" y="499397"/>
                  <a:pt x="6534767" y="604434"/>
                  <a:pt x="6528896" y="642659"/>
                </a:cubicBezTo>
                <a:cubicBezTo>
                  <a:pt x="6535204" y="657287"/>
                  <a:pt x="6515365" y="658191"/>
                  <a:pt x="6523095" y="673307"/>
                </a:cubicBezTo>
                <a:cubicBezTo>
                  <a:pt x="6523388" y="693769"/>
                  <a:pt x="6506868" y="797295"/>
                  <a:pt x="6496169" y="839641"/>
                </a:cubicBezTo>
                <a:cubicBezTo>
                  <a:pt x="6484119" y="887148"/>
                  <a:pt x="6457817" y="937731"/>
                  <a:pt x="6450789" y="958357"/>
                </a:cubicBezTo>
                <a:cubicBezTo>
                  <a:pt x="6443760" y="978983"/>
                  <a:pt x="6459217" y="936930"/>
                  <a:pt x="6453996" y="963398"/>
                </a:cubicBezTo>
                <a:cubicBezTo>
                  <a:pt x="6448777" y="989867"/>
                  <a:pt x="6425575" y="1087010"/>
                  <a:pt x="6419467" y="1117169"/>
                </a:cubicBezTo>
                <a:cubicBezTo>
                  <a:pt x="6431540" y="1118586"/>
                  <a:pt x="6409651" y="1135372"/>
                  <a:pt x="6417348" y="1144352"/>
                </a:cubicBezTo>
                <a:cubicBezTo>
                  <a:pt x="6424109" y="1150681"/>
                  <a:pt x="6419047" y="1157251"/>
                  <a:pt x="6418473" y="1164484"/>
                </a:cubicBezTo>
                <a:cubicBezTo>
                  <a:pt x="6423767" y="1173524"/>
                  <a:pt x="6413947" y="1205209"/>
                  <a:pt x="6406979" y="1213829"/>
                </a:cubicBezTo>
                <a:cubicBezTo>
                  <a:pt x="6382818" y="1235037"/>
                  <a:pt x="6400452" y="1277327"/>
                  <a:pt x="6381928" y="1294823"/>
                </a:cubicBezTo>
                <a:cubicBezTo>
                  <a:pt x="6379195" y="1300845"/>
                  <a:pt x="6378069" y="1306615"/>
                  <a:pt x="6377948" y="1312193"/>
                </a:cubicBezTo>
                <a:lnTo>
                  <a:pt x="6379894" y="1327626"/>
                </a:lnTo>
                <a:lnTo>
                  <a:pt x="6385024" y="1331644"/>
                </a:lnTo>
                <a:lnTo>
                  <a:pt x="6383696" y="1341276"/>
                </a:lnTo>
                <a:cubicBezTo>
                  <a:pt x="6383952" y="1342166"/>
                  <a:pt x="6384208" y="1343055"/>
                  <a:pt x="6384464" y="1343945"/>
                </a:cubicBezTo>
                <a:cubicBezTo>
                  <a:pt x="6385957" y="1349040"/>
                  <a:pt x="6387253" y="1354080"/>
                  <a:pt x="6387748" y="1359134"/>
                </a:cubicBezTo>
                <a:cubicBezTo>
                  <a:pt x="6384363" y="1373109"/>
                  <a:pt x="6372802" y="1397612"/>
                  <a:pt x="6364157" y="1427803"/>
                </a:cubicBezTo>
                <a:cubicBezTo>
                  <a:pt x="6348141" y="1460349"/>
                  <a:pt x="6348362" y="1505076"/>
                  <a:pt x="6335874" y="1540278"/>
                </a:cubicBezTo>
                <a:lnTo>
                  <a:pt x="6331892" y="1547262"/>
                </a:lnTo>
                <a:lnTo>
                  <a:pt x="6332744" y="1577056"/>
                </a:lnTo>
                <a:cubicBezTo>
                  <a:pt x="6335859" y="1582205"/>
                  <a:pt x="6336674" y="1589568"/>
                  <a:pt x="6333604" y="1595898"/>
                </a:cubicBezTo>
                <a:lnTo>
                  <a:pt x="6324749" y="1703726"/>
                </a:lnTo>
                <a:cubicBezTo>
                  <a:pt x="6324080" y="1739332"/>
                  <a:pt x="6318019" y="1754453"/>
                  <a:pt x="6329594" y="1809535"/>
                </a:cubicBezTo>
                <a:cubicBezTo>
                  <a:pt x="6344930" y="1868036"/>
                  <a:pt x="6323725" y="1952670"/>
                  <a:pt x="6329062" y="2018310"/>
                </a:cubicBezTo>
                <a:cubicBezTo>
                  <a:pt x="6308075" y="2053162"/>
                  <a:pt x="6326925" y="2034561"/>
                  <a:pt x="6321735" y="2071355"/>
                </a:cubicBezTo>
                <a:lnTo>
                  <a:pt x="6322678" y="2141166"/>
                </a:lnTo>
                <a:lnTo>
                  <a:pt x="6321340" y="2154548"/>
                </a:lnTo>
                <a:lnTo>
                  <a:pt x="6316582" y="2158153"/>
                </a:lnTo>
                <a:lnTo>
                  <a:pt x="6311428" y="2178174"/>
                </a:lnTo>
                <a:cubicBezTo>
                  <a:pt x="6310177" y="2185696"/>
                  <a:pt x="6309622" y="2193828"/>
                  <a:pt x="6310192" y="2202858"/>
                </a:cubicBezTo>
                <a:cubicBezTo>
                  <a:pt x="6319667" y="2232772"/>
                  <a:pt x="6296459" y="2283357"/>
                  <a:pt x="6309211" y="2320214"/>
                </a:cubicBezTo>
                <a:cubicBezTo>
                  <a:pt x="6307537" y="2355906"/>
                  <a:pt x="6302490" y="2394678"/>
                  <a:pt x="6300151" y="2417011"/>
                </a:cubicBezTo>
                <a:cubicBezTo>
                  <a:pt x="6292303" y="2426377"/>
                  <a:pt x="6304439" y="2456509"/>
                  <a:pt x="6295176" y="2454207"/>
                </a:cubicBezTo>
                <a:cubicBezTo>
                  <a:pt x="6299335" y="2464947"/>
                  <a:pt x="6297305" y="2476105"/>
                  <a:pt x="6293727" y="2487203"/>
                </a:cubicBezTo>
                <a:lnTo>
                  <a:pt x="6285477" y="2512282"/>
                </a:lnTo>
                <a:cubicBezTo>
                  <a:pt x="6285720" y="2512961"/>
                  <a:pt x="6285962" y="2513640"/>
                  <a:pt x="6286205" y="2514318"/>
                </a:cubicBezTo>
                <a:cubicBezTo>
                  <a:pt x="6292347" y="2534324"/>
                  <a:pt x="6298487" y="2554328"/>
                  <a:pt x="6304629" y="2574334"/>
                </a:cubicBezTo>
                <a:lnTo>
                  <a:pt x="6303842" y="2579877"/>
                </a:lnTo>
                <a:cubicBezTo>
                  <a:pt x="6303729" y="2585644"/>
                  <a:pt x="6304006" y="2603388"/>
                  <a:pt x="6303953" y="2608928"/>
                </a:cubicBezTo>
                <a:lnTo>
                  <a:pt x="6303530" y="2613111"/>
                </a:lnTo>
                <a:lnTo>
                  <a:pt x="6297474" y="2621996"/>
                </a:lnTo>
                <a:lnTo>
                  <a:pt x="6299263" y="2634265"/>
                </a:lnTo>
                <a:lnTo>
                  <a:pt x="6293065" y="2647237"/>
                </a:lnTo>
                <a:cubicBezTo>
                  <a:pt x="6294685" y="2648158"/>
                  <a:pt x="6296180" y="2649356"/>
                  <a:pt x="6297496" y="2650786"/>
                </a:cubicBezTo>
                <a:lnTo>
                  <a:pt x="6301708" y="2661993"/>
                </a:lnTo>
                <a:lnTo>
                  <a:pt x="6295884" y="2670949"/>
                </a:lnTo>
                <a:cubicBezTo>
                  <a:pt x="6304913" y="2672007"/>
                  <a:pt x="6294429" y="2681695"/>
                  <a:pt x="6291714" y="2690255"/>
                </a:cubicBezTo>
                <a:lnTo>
                  <a:pt x="6292327" y="2695683"/>
                </a:lnTo>
                <a:lnTo>
                  <a:pt x="6284410" y="2713964"/>
                </a:lnTo>
                <a:lnTo>
                  <a:pt x="6280410" y="2730175"/>
                </a:lnTo>
                <a:lnTo>
                  <a:pt x="6288082" y="2763497"/>
                </a:lnTo>
                <a:lnTo>
                  <a:pt x="6260924" y="3051539"/>
                </a:lnTo>
                <a:cubicBezTo>
                  <a:pt x="6251455" y="3165645"/>
                  <a:pt x="6222174" y="3216611"/>
                  <a:pt x="6210151" y="3335396"/>
                </a:cubicBezTo>
                <a:lnTo>
                  <a:pt x="6212034" y="3456509"/>
                </a:lnTo>
                <a:lnTo>
                  <a:pt x="6197490" y="3531827"/>
                </a:lnTo>
                <a:lnTo>
                  <a:pt x="6208018" y="3570877"/>
                </a:lnTo>
                <a:lnTo>
                  <a:pt x="6205920" y="3583849"/>
                </a:lnTo>
                <a:lnTo>
                  <a:pt x="6199616" y="3592763"/>
                </a:lnTo>
                <a:cubicBezTo>
                  <a:pt x="6191839" y="3613948"/>
                  <a:pt x="6196204" y="3641245"/>
                  <a:pt x="6181288" y="3653485"/>
                </a:cubicBezTo>
                <a:cubicBezTo>
                  <a:pt x="6178087" y="3659316"/>
                  <a:pt x="6176516" y="3664985"/>
                  <a:pt x="6175963" y="3670528"/>
                </a:cubicBezTo>
                <a:lnTo>
                  <a:pt x="6176722" y="3685990"/>
                </a:lnTo>
                <a:lnTo>
                  <a:pt x="6181549" y="3690283"/>
                </a:lnTo>
                <a:lnTo>
                  <a:pt x="6179476" y="3699787"/>
                </a:lnTo>
                <a:cubicBezTo>
                  <a:pt x="6179664" y="3700686"/>
                  <a:pt x="6179852" y="3701586"/>
                  <a:pt x="6180040" y="3702486"/>
                </a:cubicBezTo>
                <a:cubicBezTo>
                  <a:pt x="6181140" y="3707637"/>
                  <a:pt x="6182047" y="3712728"/>
                  <a:pt x="6182155" y="3717784"/>
                </a:cubicBezTo>
                <a:cubicBezTo>
                  <a:pt x="6156678" y="3711701"/>
                  <a:pt x="6178864" y="3759789"/>
                  <a:pt x="6158980" y="3746229"/>
                </a:cubicBezTo>
                <a:cubicBezTo>
                  <a:pt x="6144630" y="3780750"/>
                  <a:pt x="6117520" y="3867558"/>
                  <a:pt x="6096049" y="3924910"/>
                </a:cubicBezTo>
                <a:lnTo>
                  <a:pt x="6069712" y="3989353"/>
                </a:lnTo>
                <a:lnTo>
                  <a:pt x="6067330" y="4033899"/>
                </a:lnTo>
                <a:cubicBezTo>
                  <a:pt x="6065506" y="4070470"/>
                  <a:pt x="6063599" y="4110146"/>
                  <a:pt x="6061081" y="4142250"/>
                </a:cubicBezTo>
                <a:cubicBezTo>
                  <a:pt x="6055260" y="4200007"/>
                  <a:pt x="6045907" y="4278998"/>
                  <a:pt x="6042858" y="4329442"/>
                </a:cubicBezTo>
                <a:cubicBezTo>
                  <a:pt x="6038376" y="4381764"/>
                  <a:pt x="6036461" y="4433012"/>
                  <a:pt x="6034182" y="4456184"/>
                </a:cubicBezTo>
                <a:lnTo>
                  <a:pt x="6029178" y="4468478"/>
                </a:lnTo>
                <a:lnTo>
                  <a:pt x="6029974" y="4469862"/>
                </a:lnTo>
                <a:cubicBezTo>
                  <a:pt x="6031287" y="4476321"/>
                  <a:pt x="6030316" y="4480555"/>
                  <a:pt x="6028340" y="4483797"/>
                </a:cubicBezTo>
                <a:lnTo>
                  <a:pt x="6025168" y="4487091"/>
                </a:lnTo>
                <a:lnTo>
                  <a:pt x="6023164" y="4496728"/>
                </a:lnTo>
                <a:lnTo>
                  <a:pt x="6016839" y="4515918"/>
                </a:lnTo>
                <a:cubicBezTo>
                  <a:pt x="6017189" y="4517049"/>
                  <a:pt x="6017537" y="4518182"/>
                  <a:pt x="6017886" y="4519316"/>
                </a:cubicBezTo>
                <a:lnTo>
                  <a:pt x="6011819" y="4547957"/>
                </a:lnTo>
                <a:lnTo>
                  <a:pt x="6012791" y="4548262"/>
                </a:lnTo>
                <a:cubicBezTo>
                  <a:pt x="6014837" y="4549595"/>
                  <a:pt x="6016087" y="4551811"/>
                  <a:pt x="6015703" y="4555939"/>
                </a:cubicBezTo>
                <a:cubicBezTo>
                  <a:pt x="6031790" y="4548276"/>
                  <a:pt x="6021405" y="4557977"/>
                  <a:pt x="6018854" y="4570815"/>
                </a:cubicBezTo>
                <a:cubicBezTo>
                  <a:pt x="6021736" y="4583801"/>
                  <a:pt x="6030754" y="4622347"/>
                  <a:pt x="6033000" y="4633846"/>
                </a:cubicBezTo>
                <a:lnTo>
                  <a:pt x="6032325" y="4639816"/>
                </a:lnTo>
                <a:lnTo>
                  <a:pt x="6032549" y="4639923"/>
                </a:lnTo>
                <a:cubicBezTo>
                  <a:pt x="6032911" y="4641190"/>
                  <a:pt x="6032878" y="4643141"/>
                  <a:pt x="6032309" y="4646192"/>
                </a:cubicBezTo>
                <a:lnTo>
                  <a:pt x="6031095" y="4650706"/>
                </a:lnTo>
                <a:lnTo>
                  <a:pt x="6029786" y="4662290"/>
                </a:lnTo>
                <a:cubicBezTo>
                  <a:pt x="6030161" y="4663587"/>
                  <a:pt x="6030536" y="4664883"/>
                  <a:pt x="6030911" y="4666180"/>
                </a:cubicBezTo>
                <a:lnTo>
                  <a:pt x="6033630" y="4667585"/>
                </a:lnTo>
                <a:lnTo>
                  <a:pt x="6033189" y="4668660"/>
                </a:lnTo>
                <a:cubicBezTo>
                  <a:pt x="6027286" y="4676831"/>
                  <a:pt x="6019767" y="4679345"/>
                  <a:pt x="6038764" y="4689807"/>
                </a:cubicBezTo>
                <a:cubicBezTo>
                  <a:pt x="6028616" y="4708535"/>
                  <a:pt x="6040474" y="4712235"/>
                  <a:pt x="6042217" y="4737890"/>
                </a:cubicBezTo>
                <a:cubicBezTo>
                  <a:pt x="6033362" y="4748600"/>
                  <a:pt x="6035273" y="4757223"/>
                  <a:pt x="6040543" y="4765657"/>
                </a:cubicBezTo>
                <a:cubicBezTo>
                  <a:pt x="6034416" y="4790618"/>
                  <a:pt x="6040696" y="4813399"/>
                  <a:pt x="6039956" y="4841463"/>
                </a:cubicBezTo>
                <a:lnTo>
                  <a:pt x="6057123" y="4969863"/>
                </a:lnTo>
                <a:lnTo>
                  <a:pt x="6055039" y="4974028"/>
                </a:lnTo>
                <a:cubicBezTo>
                  <a:pt x="6053860" y="4976933"/>
                  <a:pt x="6053409" y="4978909"/>
                  <a:pt x="6053462" y="4980318"/>
                </a:cubicBezTo>
                <a:lnTo>
                  <a:pt x="6053643" y="4980501"/>
                </a:lnTo>
                <a:lnTo>
                  <a:pt x="6051733" y="4986338"/>
                </a:lnTo>
                <a:lnTo>
                  <a:pt x="6049602" y="4991296"/>
                </a:lnTo>
                <a:cubicBezTo>
                  <a:pt x="6058123" y="5019829"/>
                  <a:pt x="6066643" y="5048361"/>
                  <a:pt x="6075165" y="5076895"/>
                </a:cubicBezTo>
                <a:lnTo>
                  <a:pt x="6073751" y="5081568"/>
                </a:lnTo>
                <a:cubicBezTo>
                  <a:pt x="6073034" y="5084748"/>
                  <a:pt x="6072888" y="5086810"/>
                  <a:pt x="6073150" y="5088173"/>
                </a:cubicBezTo>
                <a:lnTo>
                  <a:pt x="6073355" y="5088300"/>
                </a:lnTo>
                <a:lnTo>
                  <a:pt x="6072362" y="5094558"/>
                </a:lnTo>
                <a:cubicBezTo>
                  <a:pt x="6070184" y="5105196"/>
                  <a:pt x="6067588" y="5115626"/>
                  <a:pt x="6064726" y="5125620"/>
                </a:cubicBezTo>
                <a:cubicBezTo>
                  <a:pt x="6063568" y="5154527"/>
                  <a:pt x="6065189" y="5244020"/>
                  <a:pt x="6065415" y="5268004"/>
                </a:cubicBezTo>
                <a:cubicBezTo>
                  <a:pt x="6065637" y="5268513"/>
                  <a:pt x="6065860" y="5269021"/>
                  <a:pt x="6066081" y="5269530"/>
                </a:cubicBezTo>
                <a:lnTo>
                  <a:pt x="6043407" y="5390941"/>
                </a:lnTo>
                <a:cubicBezTo>
                  <a:pt x="6032545" y="5438194"/>
                  <a:pt x="6020942" y="5465286"/>
                  <a:pt x="6025377" y="5539927"/>
                </a:cubicBezTo>
                <a:cubicBezTo>
                  <a:pt x="6019787" y="5610775"/>
                  <a:pt x="6013913" y="5740573"/>
                  <a:pt x="6010052" y="5791594"/>
                </a:cubicBezTo>
                <a:cubicBezTo>
                  <a:pt x="5989401" y="5787060"/>
                  <a:pt x="6018524" y="5849672"/>
                  <a:pt x="5994220" y="5855206"/>
                </a:cubicBezTo>
                <a:cubicBezTo>
                  <a:pt x="5995282" y="5860240"/>
                  <a:pt x="5980598" y="5868910"/>
                  <a:pt x="5982580" y="5873582"/>
                </a:cubicBezTo>
                <a:cubicBezTo>
                  <a:pt x="5982922" y="5874401"/>
                  <a:pt x="5983265" y="5875218"/>
                  <a:pt x="5983608" y="5876037"/>
                </a:cubicBezTo>
                <a:lnTo>
                  <a:pt x="5983535" y="5886534"/>
                </a:lnTo>
                <a:lnTo>
                  <a:pt x="5988737" y="5888644"/>
                </a:lnTo>
                <a:cubicBezTo>
                  <a:pt x="5989948" y="5893707"/>
                  <a:pt x="5991159" y="5898769"/>
                  <a:pt x="5992371" y="5903832"/>
                </a:cubicBezTo>
                <a:cubicBezTo>
                  <a:pt x="5992924" y="5909651"/>
                  <a:pt x="5992578" y="5916068"/>
                  <a:pt x="5990780" y="5923391"/>
                </a:cubicBezTo>
                <a:cubicBezTo>
                  <a:pt x="5975822" y="5948880"/>
                  <a:pt x="6013580" y="5981626"/>
                  <a:pt x="5993870" y="6013205"/>
                </a:cubicBezTo>
                <a:cubicBezTo>
                  <a:pt x="5988486" y="6024901"/>
                  <a:pt x="5991718" y="6066777"/>
                  <a:pt x="5997673" y="6074018"/>
                </a:cubicBezTo>
                <a:cubicBezTo>
                  <a:pt x="5998007" y="6081731"/>
                  <a:pt x="6007861" y="6126985"/>
                  <a:pt x="6014840" y="6130837"/>
                </a:cubicBezTo>
                <a:cubicBezTo>
                  <a:pt x="6022998" y="6137057"/>
                  <a:pt x="5999420" y="6156330"/>
                  <a:pt x="6010704" y="6152982"/>
                </a:cubicBezTo>
                <a:cubicBezTo>
                  <a:pt x="6008682" y="6186619"/>
                  <a:pt x="6039938" y="6191636"/>
                  <a:pt x="6038294" y="6221100"/>
                </a:cubicBezTo>
                <a:cubicBezTo>
                  <a:pt x="6039643" y="6222126"/>
                  <a:pt x="6046356" y="6257468"/>
                  <a:pt x="6052331" y="6287550"/>
                </a:cubicBezTo>
                <a:cubicBezTo>
                  <a:pt x="6058307" y="6317632"/>
                  <a:pt x="6082079" y="6391312"/>
                  <a:pt x="6074143" y="6401595"/>
                </a:cubicBezTo>
                <a:cubicBezTo>
                  <a:pt x="6074931" y="6423902"/>
                  <a:pt x="6059614" y="6432919"/>
                  <a:pt x="6060199" y="6487110"/>
                </a:cubicBezTo>
                <a:cubicBezTo>
                  <a:pt x="6075583" y="6574474"/>
                  <a:pt x="6076150" y="6553611"/>
                  <a:pt x="6081156" y="6588589"/>
                </a:cubicBezTo>
                <a:cubicBezTo>
                  <a:pt x="6102088" y="6637976"/>
                  <a:pt x="6067660" y="6687723"/>
                  <a:pt x="6114944" y="6769963"/>
                </a:cubicBezTo>
                <a:cubicBezTo>
                  <a:pt x="6130462" y="6819284"/>
                  <a:pt x="6119243" y="6817955"/>
                  <a:pt x="6128950" y="6835814"/>
                </a:cubicBezTo>
                <a:lnTo>
                  <a:pt x="6132536" y="6858000"/>
                </a:lnTo>
                <a:lnTo>
                  <a:pt x="4789511" y="6858000"/>
                </a:lnTo>
                <a:lnTo>
                  <a:pt x="1866294" y="6858000"/>
                </a:lnTo>
                <a:lnTo>
                  <a:pt x="1705866" y="6858000"/>
                </a:lnTo>
                <a:lnTo>
                  <a:pt x="1343025" y="6858000"/>
                </a:lnTo>
                <a:lnTo>
                  <a:pt x="523269" y="6858000"/>
                </a:lnTo>
                <a:lnTo>
                  <a:pt x="362841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E06A95-2FE7-37BE-41A5-0051E9012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600"/>
            <a:ext cx="4784796" cy="1330840"/>
          </a:xfrm>
        </p:spPr>
        <p:txBody>
          <a:bodyPr>
            <a:normAutofit/>
          </a:bodyPr>
          <a:lstStyle/>
          <a:p>
            <a:r>
              <a:rPr lang="en-US" dirty="0" err="1"/>
              <a:t>Procesul</a:t>
            </a:r>
            <a:r>
              <a:rPr lang="en-US" dirty="0"/>
              <a:t> de </a:t>
            </a:r>
            <a:r>
              <a:rPr lang="en-US" dirty="0" err="1"/>
              <a:t>Antrenare</a:t>
            </a:r>
            <a:endParaRPr lang="en-US" dirty="0"/>
          </a:p>
        </p:txBody>
      </p:sp>
      <p:pic>
        <p:nvPicPr>
          <p:cNvPr id="5" name="Content Placeholder 4" descr="A graph with a line&#10;&#10;AI-generated content may be incorrect.">
            <a:extLst>
              <a:ext uri="{FF2B5EF4-FFF2-40B4-BE49-F238E27FC236}">
                <a16:creationId xmlns:a16="http://schemas.microsoft.com/office/drawing/2014/main" id="{42859F26-62C7-793F-A3AD-9BAAFA7D27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7044" y="515408"/>
            <a:ext cx="4840622" cy="290437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950E12F1-7B71-D86B-1B9D-1A92EC20031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36650" y="2193925"/>
            <a:ext cx="4438650" cy="3908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Optimizer: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SGD cu Learning Rate 'Adaptive'.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Batch Size: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32 (pentru stabilitate).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Mecanism de Siguranta: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Early Stopping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Antrenarea s-a oprit automat la epoca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118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(din 300 maxim).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Motiv: Prevenirea overfitting-ului (loss-ul pe validare a inceput sa stagneze).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9751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821940F-7A1D-4ACC-85B4-A932898AB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674508-81D3-48CF-96BF-7FC60EAA5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741994" cy="6858000"/>
          </a:xfrm>
          <a:custGeom>
            <a:avLst/>
            <a:gdLst>
              <a:gd name="connsiteX0" fmla="*/ 0 w 6568309"/>
              <a:gd name="connsiteY0" fmla="*/ 0 h 6858000"/>
              <a:gd name="connsiteX1" fmla="*/ 362841 w 6568309"/>
              <a:gd name="connsiteY1" fmla="*/ 0 h 6858000"/>
              <a:gd name="connsiteX2" fmla="*/ 523269 w 6568309"/>
              <a:gd name="connsiteY2" fmla="*/ 0 h 6858000"/>
              <a:gd name="connsiteX3" fmla="*/ 1343025 w 6568309"/>
              <a:gd name="connsiteY3" fmla="*/ 0 h 6858000"/>
              <a:gd name="connsiteX4" fmla="*/ 1705866 w 6568309"/>
              <a:gd name="connsiteY4" fmla="*/ 0 h 6858000"/>
              <a:gd name="connsiteX5" fmla="*/ 1866294 w 6568309"/>
              <a:gd name="connsiteY5" fmla="*/ 0 h 6858000"/>
              <a:gd name="connsiteX6" fmla="*/ 5225154 w 6568309"/>
              <a:gd name="connsiteY6" fmla="*/ 0 h 6858000"/>
              <a:gd name="connsiteX7" fmla="*/ 6568179 w 6568309"/>
              <a:gd name="connsiteY7" fmla="*/ 0 h 6858000"/>
              <a:gd name="connsiteX8" fmla="*/ 6568309 w 6568309"/>
              <a:gd name="connsiteY8" fmla="*/ 1 h 6858000"/>
              <a:gd name="connsiteX9" fmla="*/ 6562951 w 6568309"/>
              <a:gd name="connsiteY9" fmla="*/ 30700 h 6858000"/>
              <a:gd name="connsiteX10" fmla="*/ 6547446 w 6568309"/>
              <a:gd name="connsiteY10" fmla="*/ 310025 h 6858000"/>
              <a:gd name="connsiteX11" fmla="*/ 6558316 w 6568309"/>
              <a:gd name="connsiteY11" fmla="*/ 443960 h 6858000"/>
              <a:gd name="connsiteX12" fmla="*/ 6528896 w 6568309"/>
              <a:gd name="connsiteY12" fmla="*/ 642659 h 6858000"/>
              <a:gd name="connsiteX13" fmla="*/ 6523095 w 6568309"/>
              <a:gd name="connsiteY13" fmla="*/ 673307 h 6858000"/>
              <a:gd name="connsiteX14" fmla="*/ 6496169 w 6568309"/>
              <a:gd name="connsiteY14" fmla="*/ 839641 h 6858000"/>
              <a:gd name="connsiteX15" fmla="*/ 6450789 w 6568309"/>
              <a:gd name="connsiteY15" fmla="*/ 958357 h 6858000"/>
              <a:gd name="connsiteX16" fmla="*/ 6453996 w 6568309"/>
              <a:gd name="connsiteY16" fmla="*/ 963398 h 6858000"/>
              <a:gd name="connsiteX17" fmla="*/ 6419467 w 6568309"/>
              <a:gd name="connsiteY17" fmla="*/ 1117169 h 6858000"/>
              <a:gd name="connsiteX18" fmla="*/ 6417348 w 6568309"/>
              <a:gd name="connsiteY18" fmla="*/ 1144352 h 6858000"/>
              <a:gd name="connsiteX19" fmla="*/ 6418473 w 6568309"/>
              <a:gd name="connsiteY19" fmla="*/ 1164484 h 6858000"/>
              <a:gd name="connsiteX20" fmla="*/ 6406979 w 6568309"/>
              <a:gd name="connsiteY20" fmla="*/ 1213829 h 6858000"/>
              <a:gd name="connsiteX21" fmla="*/ 6381928 w 6568309"/>
              <a:gd name="connsiteY21" fmla="*/ 1294823 h 6858000"/>
              <a:gd name="connsiteX22" fmla="*/ 6377948 w 6568309"/>
              <a:gd name="connsiteY22" fmla="*/ 1312193 h 6858000"/>
              <a:gd name="connsiteX23" fmla="*/ 6379894 w 6568309"/>
              <a:gd name="connsiteY23" fmla="*/ 1327626 h 6858000"/>
              <a:gd name="connsiteX24" fmla="*/ 6385024 w 6568309"/>
              <a:gd name="connsiteY24" fmla="*/ 1331644 h 6858000"/>
              <a:gd name="connsiteX25" fmla="*/ 6383696 w 6568309"/>
              <a:gd name="connsiteY25" fmla="*/ 1341276 h 6858000"/>
              <a:gd name="connsiteX26" fmla="*/ 6384464 w 6568309"/>
              <a:gd name="connsiteY26" fmla="*/ 1343945 h 6858000"/>
              <a:gd name="connsiteX27" fmla="*/ 6387748 w 6568309"/>
              <a:gd name="connsiteY27" fmla="*/ 1359134 h 6858000"/>
              <a:gd name="connsiteX28" fmla="*/ 6364157 w 6568309"/>
              <a:gd name="connsiteY28" fmla="*/ 1427803 h 6858000"/>
              <a:gd name="connsiteX29" fmla="*/ 6335874 w 6568309"/>
              <a:gd name="connsiteY29" fmla="*/ 1540278 h 6858000"/>
              <a:gd name="connsiteX30" fmla="*/ 6331892 w 6568309"/>
              <a:gd name="connsiteY30" fmla="*/ 1547262 h 6858000"/>
              <a:gd name="connsiteX31" fmla="*/ 6332744 w 6568309"/>
              <a:gd name="connsiteY31" fmla="*/ 1577056 h 6858000"/>
              <a:gd name="connsiteX32" fmla="*/ 6333604 w 6568309"/>
              <a:gd name="connsiteY32" fmla="*/ 1595898 h 6858000"/>
              <a:gd name="connsiteX33" fmla="*/ 6324749 w 6568309"/>
              <a:gd name="connsiteY33" fmla="*/ 1703726 h 6858000"/>
              <a:gd name="connsiteX34" fmla="*/ 6329594 w 6568309"/>
              <a:gd name="connsiteY34" fmla="*/ 1809535 h 6858000"/>
              <a:gd name="connsiteX35" fmla="*/ 6329062 w 6568309"/>
              <a:gd name="connsiteY35" fmla="*/ 2018310 h 6858000"/>
              <a:gd name="connsiteX36" fmla="*/ 6321735 w 6568309"/>
              <a:gd name="connsiteY36" fmla="*/ 2071355 h 6858000"/>
              <a:gd name="connsiteX37" fmla="*/ 6322678 w 6568309"/>
              <a:gd name="connsiteY37" fmla="*/ 2141166 h 6858000"/>
              <a:gd name="connsiteX38" fmla="*/ 6321340 w 6568309"/>
              <a:gd name="connsiteY38" fmla="*/ 2154548 h 6858000"/>
              <a:gd name="connsiteX39" fmla="*/ 6316582 w 6568309"/>
              <a:gd name="connsiteY39" fmla="*/ 2158153 h 6858000"/>
              <a:gd name="connsiteX40" fmla="*/ 6311428 w 6568309"/>
              <a:gd name="connsiteY40" fmla="*/ 2178174 h 6858000"/>
              <a:gd name="connsiteX41" fmla="*/ 6310192 w 6568309"/>
              <a:gd name="connsiteY41" fmla="*/ 2202858 h 6858000"/>
              <a:gd name="connsiteX42" fmla="*/ 6309211 w 6568309"/>
              <a:gd name="connsiteY42" fmla="*/ 2320214 h 6858000"/>
              <a:gd name="connsiteX43" fmla="*/ 6300151 w 6568309"/>
              <a:gd name="connsiteY43" fmla="*/ 2417011 h 6858000"/>
              <a:gd name="connsiteX44" fmla="*/ 6295176 w 6568309"/>
              <a:gd name="connsiteY44" fmla="*/ 2454207 h 6858000"/>
              <a:gd name="connsiteX45" fmla="*/ 6293727 w 6568309"/>
              <a:gd name="connsiteY45" fmla="*/ 2487203 h 6858000"/>
              <a:gd name="connsiteX46" fmla="*/ 6285477 w 6568309"/>
              <a:gd name="connsiteY46" fmla="*/ 2512282 h 6858000"/>
              <a:gd name="connsiteX47" fmla="*/ 6286205 w 6568309"/>
              <a:gd name="connsiteY47" fmla="*/ 2514318 h 6858000"/>
              <a:gd name="connsiteX48" fmla="*/ 6304629 w 6568309"/>
              <a:gd name="connsiteY48" fmla="*/ 2574334 h 6858000"/>
              <a:gd name="connsiteX49" fmla="*/ 6303842 w 6568309"/>
              <a:gd name="connsiteY49" fmla="*/ 2579877 h 6858000"/>
              <a:gd name="connsiteX50" fmla="*/ 6303953 w 6568309"/>
              <a:gd name="connsiteY50" fmla="*/ 2608928 h 6858000"/>
              <a:gd name="connsiteX51" fmla="*/ 6303530 w 6568309"/>
              <a:gd name="connsiteY51" fmla="*/ 2613111 h 6858000"/>
              <a:gd name="connsiteX52" fmla="*/ 6297474 w 6568309"/>
              <a:gd name="connsiteY52" fmla="*/ 2621996 h 6858000"/>
              <a:gd name="connsiteX53" fmla="*/ 6299263 w 6568309"/>
              <a:gd name="connsiteY53" fmla="*/ 2634265 h 6858000"/>
              <a:gd name="connsiteX54" fmla="*/ 6293065 w 6568309"/>
              <a:gd name="connsiteY54" fmla="*/ 2647237 h 6858000"/>
              <a:gd name="connsiteX55" fmla="*/ 6297496 w 6568309"/>
              <a:gd name="connsiteY55" fmla="*/ 2650786 h 6858000"/>
              <a:gd name="connsiteX56" fmla="*/ 6301708 w 6568309"/>
              <a:gd name="connsiteY56" fmla="*/ 2661993 h 6858000"/>
              <a:gd name="connsiteX57" fmla="*/ 6295884 w 6568309"/>
              <a:gd name="connsiteY57" fmla="*/ 2670949 h 6858000"/>
              <a:gd name="connsiteX58" fmla="*/ 6291714 w 6568309"/>
              <a:gd name="connsiteY58" fmla="*/ 2690255 h 6858000"/>
              <a:gd name="connsiteX59" fmla="*/ 6292327 w 6568309"/>
              <a:gd name="connsiteY59" fmla="*/ 2695683 h 6858000"/>
              <a:gd name="connsiteX60" fmla="*/ 6284410 w 6568309"/>
              <a:gd name="connsiteY60" fmla="*/ 2713964 h 6858000"/>
              <a:gd name="connsiteX61" fmla="*/ 6280410 w 6568309"/>
              <a:gd name="connsiteY61" fmla="*/ 2730175 h 6858000"/>
              <a:gd name="connsiteX62" fmla="*/ 6288082 w 6568309"/>
              <a:gd name="connsiteY62" fmla="*/ 2763497 h 6858000"/>
              <a:gd name="connsiteX63" fmla="*/ 6260924 w 6568309"/>
              <a:gd name="connsiteY63" fmla="*/ 3051539 h 6858000"/>
              <a:gd name="connsiteX64" fmla="*/ 6210151 w 6568309"/>
              <a:gd name="connsiteY64" fmla="*/ 3335396 h 6858000"/>
              <a:gd name="connsiteX65" fmla="*/ 6212034 w 6568309"/>
              <a:gd name="connsiteY65" fmla="*/ 3456509 h 6858000"/>
              <a:gd name="connsiteX66" fmla="*/ 6197490 w 6568309"/>
              <a:gd name="connsiteY66" fmla="*/ 3531827 h 6858000"/>
              <a:gd name="connsiteX67" fmla="*/ 6208018 w 6568309"/>
              <a:gd name="connsiteY67" fmla="*/ 3570877 h 6858000"/>
              <a:gd name="connsiteX68" fmla="*/ 6205920 w 6568309"/>
              <a:gd name="connsiteY68" fmla="*/ 3583849 h 6858000"/>
              <a:gd name="connsiteX69" fmla="*/ 6199616 w 6568309"/>
              <a:gd name="connsiteY69" fmla="*/ 3592763 h 6858000"/>
              <a:gd name="connsiteX70" fmla="*/ 6181288 w 6568309"/>
              <a:gd name="connsiteY70" fmla="*/ 3653485 h 6858000"/>
              <a:gd name="connsiteX71" fmla="*/ 6175963 w 6568309"/>
              <a:gd name="connsiteY71" fmla="*/ 3670528 h 6858000"/>
              <a:gd name="connsiteX72" fmla="*/ 6176722 w 6568309"/>
              <a:gd name="connsiteY72" fmla="*/ 3685990 h 6858000"/>
              <a:gd name="connsiteX73" fmla="*/ 6181549 w 6568309"/>
              <a:gd name="connsiteY73" fmla="*/ 3690283 h 6858000"/>
              <a:gd name="connsiteX74" fmla="*/ 6179476 w 6568309"/>
              <a:gd name="connsiteY74" fmla="*/ 3699787 h 6858000"/>
              <a:gd name="connsiteX75" fmla="*/ 6180040 w 6568309"/>
              <a:gd name="connsiteY75" fmla="*/ 3702486 h 6858000"/>
              <a:gd name="connsiteX76" fmla="*/ 6182155 w 6568309"/>
              <a:gd name="connsiteY76" fmla="*/ 3717784 h 6858000"/>
              <a:gd name="connsiteX77" fmla="*/ 6158980 w 6568309"/>
              <a:gd name="connsiteY77" fmla="*/ 3746229 h 6858000"/>
              <a:gd name="connsiteX78" fmla="*/ 6096049 w 6568309"/>
              <a:gd name="connsiteY78" fmla="*/ 3924910 h 6858000"/>
              <a:gd name="connsiteX79" fmla="*/ 6069712 w 6568309"/>
              <a:gd name="connsiteY79" fmla="*/ 3989353 h 6858000"/>
              <a:gd name="connsiteX80" fmla="*/ 6067330 w 6568309"/>
              <a:gd name="connsiteY80" fmla="*/ 4033899 h 6858000"/>
              <a:gd name="connsiteX81" fmla="*/ 6061081 w 6568309"/>
              <a:gd name="connsiteY81" fmla="*/ 4142250 h 6858000"/>
              <a:gd name="connsiteX82" fmla="*/ 6042858 w 6568309"/>
              <a:gd name="connsiteY82" fmla="*/ 4329442 h 6858000"/>
              <a:gd name="connsiteX83" fmla="*/ 6034182 w 6568309"/>
              <a:gd name="connsiteY83" fmla="*/ 4456184 h 6858000"/>
              <a:gd name="connsiteX84" fmla="*/ 6029178 w 6568309"/>
              <a:gd name="connsiteY84" fmla="*/ 4468478 h 6858000"/>
              <a:gd name="connsiteX85" fmla="*/ 6029974 w 6568309"/>
              <a:gd name="connsiteY85" fmla="*/ 4469862 h 6858000"/>
              <a:gd name="connsiteX86" fmla="*/ 6028340 w 6568309"/>
              <a:gd name="connsiteY86" fmla="*/ 4483797 h 6858000"/>
              <a:gd name="connsiteX87" fmla="*/ 6025168 w 6568309"/>
              <a:gd name="connsiteY87" fmla="*/ 4487091 h 6858000"/>
              <a:gd name="connsiteX88" fmla="*/ 6023164 w 6568309"/>
              <a:gd name="connsiteY88" fmla="*/ 4496728 h 6858000"/>
              <a:gd name="connsiteX89" fmla="*/ 6016839 w 6568309"/>
              <a:gd name="connsiteY89" fmla="*/ 4515918 h 6858000"/>
              <a:gd name="connsiteX90" fmla="*/ 6017886 w 6568309"/>
              <a:gd name="connsiteY90" fmla="*/ 4519316 h 6858000"/>
              <a:gd name="connsiteX91" fmla="*/ 6011819 w 6568309"/>
              <a:gd name="connsiteY91" fmla="*/ 4547957 h 6858000"/>
              <a:gd name="connsiteX92" fmla="*/ 6012791 w 6568309"/>
              <a:gd name="connsiteY92" fmla="*/ 4548262 h 6858000"/>
              <a:gd name="connsiteX93" fmla="*/ 6015703 w 6568309"/>
              <a:gd name="connsiteY93" fmla="*/ 4555939 h 6858000"/>
              <a:gd name="connsiteX94" fmla="*/ 6018854 w 6568309"/>
              <a:gd name="connsiteY94" fmla="*/ 4570815 h 6858000"/>
              <a:gd name="connsiteX95" fmla="*/ 6033000 w 6568309"/>
              <a:gd name="connsiteY95" fmla="*/ 4633846 h 6858000"/>
              <a:gd name="connsiteX96" fmla="*/ 6032325 w 6568309"/>
              <a:gd name="connsiteY96" fmla="*/ 4639816 h 6858000"/>
              <a:gd name="connsiteX97" fmla="*/ 6032549 w 6568309"/>
              <a:gd name="connsiteY97" fmla="*/ 4639923 h 6858000"/>
              <a:gd name="connsiteX98" fmla="*/ 6032309 w 6568309"/>
              <a:gd name="connsiteY98" fmla="*/ 4646192 h 6858000"/>
              <a:gd name="connsiteX99" fmla="*/ 6031095 w 6568309"/>
              <a:gd name="connsiteY99" fmla="*/ 4650706 h 6858000"/>
              <a:gd name="connsiteX100" fmla="*/ 6029786 w 6568309"/>
              <a:gd name="connsiteY100" fmla="*/ 4662290 h 6858000"/>
              <a:gd name="connsiteX101" fmla="*/ 6030911 w 6568309"/>
              <a:gd name="connsiteY101" fmla="*/ 4666180 h 6858000"/>
              <a:gd name="connsiteX102" fmla="*/ 6033630 w 6568309"/>
              <a:gd name="connsiteY102" fmla="*/ 4667585 h 6858000"/>
              <a:gd name="connsiteX103" fmla="*/ 6033189 w 6568309"/>
              <a:gd name="connsiteY103" fmla="*/ 4668660 h 6858000"/>
              <a:gd name="connsiteX104" fmla="*/ 6038764 w 6568309"/>
              <a:gd name="connsiteY104" fmla="*/ 4689807 h 6858000"/>
              <a:gd name="connsiteX105" fmla="*/ 6042217 w 6568309"/>
              <a:gd name="connsiteY105" fmla="*/ 4737890 h 6858000"/>
              <a:gd name="connsiteX106" fmla="*/ 6040543 w 6568309"/>
              <a:gd name="connsiteY106" fmla="*/ 4765657 h 6858000"/>
              <a:gd name="connsiteX107" fmla="*/ 6039956 w 6568309"/>
              <a:gd name="connsiteY107" fmla="*/ 4841463 h 6858000"/>
              <a:gd name="connsiteX108" fmla="*/ 6057123 w 6568309"/>
              <a:gd name="connsiteY108" fmla="*/ 4969863 h 6858000"/>
              <a:gd name="connsiteX109" fmla="*/ 6055039 w 6568309"/>
              <a:gd name="connsiteY109" fmla="*/ 4974028 h 6858000"/>
              <a:gd name="connsiteX110" fmla="*/ 6053462 w 6568309"/>
              <a:gd name="connsiteY110" fmla="*/ 4980318 h 6858000"/>
              <a:gd name="connsiteX111" fmla="*/ 6053643 w 6568309"/>
              <a:gd name="connsiteY111" fmla="*/ 4980501 h 6858000"/>
              <a:gd name="connsiteX112" fmla="*/ 6051733 w 6568309"/>
              <a:gd name="connsiteY112" fmla="*/ 4986338 h 6858000"/>
              <a:gd name="connsiteX113" fmla="*/ 6049602 w 6568309"/>
              <a:gd name="connsiteY113" fmla="*/ 4991296 h 6858000"/>
              <a:gd name="connsiteX114" fmla="*/ 6075165 w 6568309"/>
              <a:gd name="connsiteY114" fmla="*/ 5076895 h 6858000"/>
              <a:gd name="connsiteX115" fmla="*/ 6073751 w 6568309"/>
              <a:gd name="connsiteY115" fmla="*/ 5081568 h 6858000"/>
              <a:gd name="connsiteX116" fmla="*/ 6073150 w 6568309"/>
              <a:gd name="connsiteY116" fmla="*/ 5088173 h 6858000"/>
              <a:gd name="connsiteX117" fmla="*/ 6073355 w 6568309"/>
              <a:gd name="connsiteY117" fmla="*/ 5088300 h 6858000"/>
              <a:gd name="connsiteX118" fmla="*/ 6072362 w 6568309"/>
              <a:gd name="connsiteY118" fmla="*/ 5094558 h 6858000"/>
              <a:gd name="connsiteX119" fmla="*/ 6064726 w 6568309"/>
              <a:gd name="connsiteY119" fmla="*/ 5125620 h 6858000"/>
              <a:gd name="connsiteX120" fmla="*/ 6065415 w 6568309"/>
              <a:gd name="connsiteY120" fmla="*/ 5268004 h 6858000"/>
              <a:gd name="connsiteX121" fmla="*/ 6066081 w 6568309"/>
              <a:gd name="connsiteY121" fmla="*/ 5269530 h 6858000"/>
              <a:gd name="connsiteX122" fmla="*/ 6043407 w 6568309"/>
              <a:gd name="connsiteY122" fmla="*/ 5390941 h 6858000"/>
              <a:gd name="connsiteX123" fmla="*/ 6025377 w 6568309"/>
              <a:gd name="connsiteY123" fmla="*/ 5539927 h 6858000"/>
              <a:gd name="connsiteX124" fmla="*/ 6010052 w 6568309"/>
              <a:gd name="connsiteY124" fmla="*/ 5791594 h 6858000"/>
              <a:gd name="connsiteX125" fmla="*/ 5994220 w 6568309"/>
              <a:gd name="connsiteY125" fmla="*/ 5855206 h 6858000"/>
              <a:gd name="connsiteX126" fmla="*/ 5982580 w 6568309"/>
              <a:gd name="connsiteY126" fmla="*/ 5873582 h 6858000"/>
              <a:gd name="connsiteX127" fmla="*/ 5983608 w 6568309"/>
              <a:gd name="connsiteY127" fmla="*/ 5876037 h 6858000"/>
              <a:gd name="connsiteX128" fmla="*/ 5983535 w 6568309"/>
              <a:gd name="connsiteY128" fmla="*/ 5886534 h 6858000"/>
              <a:gd name="connsiteX129" fmla="*/ 5988737 w 6568309"/>
              <a:gd name="connsiteY129" fmla="*/ 5888644 h 6858000"/>
              <a:gd name="connsiteX130" fmla="*/ 5992371 w 6568309"/>
              <a:gd name="connsiteY130" fmla="*/ 5903832 h 6858000"/>
              <a:gd name="connsiteX131" fmla="*/ 5990780 w 6568309"/>
              <a:gd name="connsiteY131" fmla="*/ 5923391 h 6858000"/>
              <a:gd name="connsiteX132" fmla="*/ 5993870 w 6568309"/>
              <a:gd name="connsiteY132" fmla="*/ 6013205 h 6858000"/>
              <a:gd name="connsiteX133" fmla="*/ 5997673 w 6568309"/>
              <a:gd name="connsiteY133" fmla="*/ 6074018 h 6858000"/>
              <a:gd name="connsiteX134" fmla="*/ 6014840 w 6568309"/>
              <a:gd name="connsiteY134" fmla="*/ 6130837 h 6858000"/>
              <a:gd name="connsiteX135" fmla="*/ 6010704 w 6568309"/>
              <a:gd name="connsiteY135" fmla="*/ 6152982 h 6858000"/>
              <a:gd name="connsiteX136" fmla="*/ 6038294 w 6568309"/>
              <a:gd name="connsiteY136" fmla="*/ 6221100 h 6858000"/>
              <a:gd name="connsiteX137" fmla="*/ 6052331 w 6568309"/>
              <a:gd name="connsiteY137" fmla="*/ 6287550 h 6858000"/>
              <a:gd name="connsiteX138" fmla="*/ 6074143 w 6568309"/>
              <a:gd name="connsiteY138" fmla="*/ 6401595 h 6858000"/>
              <a:gd name="connsiteX139" fmla="*/ 6060199 w 6568309"/>
              <a:gd name="connsiteY139" fmla="*/ 6487110 h 6858000"/>
              <a:gd name="connsiteX140" fmla="*/ 6081156 w 6568309"/>
              <a:gd name="connsiteY140" fmla="*/ 6588589 h 6858000"/>
              <a:gd name="connsiteX141" fmla="*/ 6114944 w 6568309"/>
              <a:gd name="connsiteY141" fmla="*/ 6769963 h 6858000"/>
              <a:gd name="connsiteX142" fmla="*/ 6128950 w 6568309"/>
              <a:gd name="connsiteY142" fmla="*/ 6835814 h 6858000"/>
              <a:gd name="connsiteX143" fmla="*/ 6132536 w 6568309"/>
              <a:gd name="connsiteY143" fmla="*/ 6858000 h 6858000"/>
              <a:gd name="connsiteX144" fmla="*/ 4789511 w 6568309"/>
              <a:gd name="connsiteY144" fmla="*/ 6858000 h 6858000"/>
              <a:gd name="connsiteX145" fmla="*/ 1866294 w 6568309"/>
              <a:gd name="connsiteY145" fmla="*/ 6858000 h 6858000"/>
              <a:gd name="connsiteX146" fmla="*/ 1705866 w 6568309"/>
              <a:gd name="connsiteY146" fmla="*/ 6858000 h 6858000"/>
              <a:gd name="connsiteX147" fmla="*/ 1343025 w 6568309"/>
              <a:gd name="connsiteY147" fmla="*/ 6858000 h 6858000"/>
              <a:gd name="connsiteX148" fmla="*/ 523269 w 6568309"/>
              <a:gd name="connsiteY148" fmla="*/ 6858000 h 6858000"/>
              <a:gd name="connsiteX149" fmla="*/ 362841 w 6568309"/>
              <a:gd name="connsiteY149" fmla="*/ 6858000 h 6858000"/>
              <a:gd name="connsiteX150" fmla="*/ 0 w 6568309"/>
              <a:gd name="connsiteY15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</a:cxnLst>
            <a:rect l="l" t="t" r="r" b="b"/>
            <a:pathLst>
              <a:path w="6568309" h="6858000">
                <a:moveTo>
                  <a:pt x="0" y="0"/>
                </a:moveTo>
                <a:lnTo>
                  <a:pt x="362841" y="0"/>
                </a:lnTo>
                <a:lnTo>
                  <a:pt x="523269" y="0"/>
                </a:lnTo>
                <a:lnTo>
                  <a:pt x="1343025" y="0"/>
                </a:lnTo>
                <a:lnTo>
                  <a:pt x="1705866" y="0"/>
                </a:lnTo>
                <a:lnTo>
                  <a:pt x="1866294" y="0"/>
                </a:lnTo>
                <a:lnTo>
                  <a:pt x="5225154" y="0"/>
                </a:lnTo>
                <a:lnTo>
                  <a:pt x="6568179" y="0"/>
                </a:lnTo>
                <a:lnTo>
                  <a:pt x="6568309" y="1"/>
                </a:lnTo>
                <a:lnTo>
                  <a:pt x="6562951" y="30700"/>
                </a:lnTo>
                <a:cubicBezTo>
                  <a:pt x="6559126" y="84364"/>
                  <a:pt x="6548218" y="241149"/>
                  <a:pt x="6547446" y="310025"/>
                </a:cubicBezTo>
                <a:cubicBezTo>
                  <a:pt x="6550151" y="367544"/>
                  <a:pt x="6557712" y="408251"/>
                  <a:pt x="6558316" y="443960"/>
                </a:cubicBezTo>
                <a:cubicBezTo>
                  <a:pt x="6555224" y="499397"/>
                  <a:pt x="6534767" y="604434"/>
                  <a:pt x="6528896" y="642659"/>
                </a:cubicBezTo>
                <a:cubicBezTo>
                  <a:pt x="6535204" y="657287"/>
                  <a:pt x="6515365" y="658191"/>
                  <a:pt x="6523095" y="673307"/>
                </a:cubicBezTo>
                <a:cubicBezTo>
                  <a:pt x="6523388" y="693769"/>
                  <a:pt x="6506868" y="797295"/>
                  <a:pt x="6496169" y="839641"/>
                </a:cubicBezTo>
                <a:cubicBezTo>
                  <a:pt x="6484119" y="887148"/>
                  <a:pt x="6457817" y="937731"/>
                  <a:pt x="6450789" y="958357"/>
                </a:cubicBezTo>
                <a:cubicBezTo>
                  <a:pt x="6443760" y="978983"/>
                  <a:pt x="6459217" y="936930"/>
                  <a:pt x="6453996" y="963398"/>
                </a:cubicBezTo>
                <a:cubicBezTo>
                  <a:pt x="6448777" y="989867"/>
                  <a:pt x="6425575" y="1087010"/>
                  <a:pt x="6419467" y="1117169"/>
                </a:cubicBezTo>
                <a:cubicBezTo>
                  <a:pt x="6431540" y="1118586"/>
                  <a:pt x="6409651" y="1135372"/>
                  <a:pt x="6417348" y="1144352"/>
                </a:cubicBezTo>
                <a:cubicBezTo>
                  <a:pt x="6424109" y="1150681"/>
                  <a:pt x="6419047" y="1157251"/>
                  <a:pt x="6418473" y="1164484"/>
                </a:cubicBezTo>
                <a:cubicBezTo>
                  <a:pt x="6423767" y="1173524"/>
                  <a:pt x="6413947" y="1205209"/>
                  <a:pt x="6406979" y="1213829"/>
                </a:cubicBezTo>
                <a:cubicBezTo>
                  <a:pt x="6382818" y="1235037"/>
                  <a:pt x="6400452" y="1277327"/>
                  <a:pt x="6381928" y="1294823"/>
                </a:cubicBezTo>
                <a:cubicBezTo>
                  <a:pt x="6379195" y="1300845"/>
                  <a:pt x="6378069" y="1306615"/>
                  <a:pt x="6377948" y="1312193"/>
                </a:cubicBezTo>
                <a:lnTo>
                  <a:pt x="6379894" y="1327626"/>
                </a:lnTo>
                <a:lnTo>
                  <a:pt x="6385024" y="1331644"/>
                </a:lnTo>
                <a:lnTo>
                  <a:pt x="6383696" y="1341276"/>
                </a:lnTo>
                <a:cubicBezTo>
                  <a:pt x="6383952" y="1342166"/>
                  <a:pt x="6384208" y="1343055"/>
                  <a:pt x="6384464" y="1343945"/>
                </a:cubicBezTo>
                <a:cubicBezTo>
                  <a:pt x="6385957" y="1349040"/>
                  <a:pt x="6387253" y="1354080"/>
                  <a:pt x="6387748" y="1359134"/>
                </a:cubicBezTo>
                <a:cubicBezTo>
                  <a:pt x="6384363" y="1373109"/>
                  <a:pt x="6372802" y="1397612"/>
                  <a:pt x="6364157" y="1427803"/>
                </a:cubicBezTo>
                <a:cubicBezTo>
                  <a:pt x="6348141" y="1460349"/>
                  <a:pt x="6348362" y="1505076"/>
                  <a:pt x="6335874" y="1540278"/>
                </a:cubicBezTo>
                <a:lnTo>
                  <a:pt x="6331892" y="1547262"/>
                </a:lnTo>
                <a:lnTo>
                  <a:pt x="6332744" y="1577056"/>
                </a:lnTo>
                <a:cubicBezTo>
                  <a:pt x="6335859" y="1582205"/>
                  <a:pt x="6336674" y="1589568"/>
                  <a:pt x="6333604" y="1595898"/>
                </a:cubicBezTo>
                <a:lnTo>
                  <a:pt x="6324749" y="1703726"/>
                </a:lnTo>
                <a:cubicBezTo>
                  <a:pt x="6324080" y="1739332"/>
                  <a:pt x="6318019" y="1754453"/>
                  <a:pt x="6329594" y="1809535"/>
                </a:cubicBezTo>
                <a:cubicBezTo>
                  <a:pt x="6344930" y="1868036"/>
                  <a:pt x="6323725" y="1952670"/>
                  <a:pt x="6329062" y="2018310"/>
                </a:cubicBezTo>
                <a:cubicBezTo>
                  <a:pt x="6308075" y="2053162"/>
                  <a:pt x="6326925" y="2034561"/>
                  <a:pt x="6321735" y="2071355"/>
                </a:cubicBezTo>
                <a:lnTo>
                  <a:pt x="6322678" y="2141166"/>
                </a:lnTo>
                <a:lnTo>
                  <a:pt x="6321340" y="2154548"/>
                </a:lnTo>
                <a:lnTo>
                  <a:pt x="6316582" y="2158153"/>
                </a:lnTo>
                <a:lnTo>
                  <a:pt x="6311428" y="2178174"/>
                </a:lnTo>
                <a:cubicBezTo>
                  <a:pt x="6310177" y="2185696"/>
                  <a:pt x="6309622" y="2193828"/>
                  <a:pt x="6310192" y="2202858"/>
                </a:cubicBezTo>
                <a:cubicBezTo>
                  <a:pt x="6319667" y="2232772"/>
                  <a:pt x="6296459" y="2283357"/>
                  <a:pt x="6309211" y="2320214"/>
                </a:cubicBezTo>
                <a:cubicBezTo>
                  <a:pt x="6307537" y="2355906"/>
                  <a:pt x="6302490" y="2394678"/>
                  <a:pt x="6300151" y="2417011"/>
                </a:cubicBezTo>
                <a:cubicBezTo>
                  <a:pt x="6292303" y="2426377"/>
                  <a:pt x="6304439" y="2456509"/>
                  <a:pt x="6295176" y="2454207"/>
                </a:cubicBezTo>
                <a:cubicBezTo>
                  <a:pt x="6299335" y="2464947"/>
                  <a:pt x="6297305" y="2476105"/>
                  <a:pt x="6293727" y="2487203"/>
                </a:cubicBezTo>
                <a:lnTo>
                  <a:pt x="6285477" y="2512282"/>
                </a:lnTo>
                <a:cubicBezTo>
                  <a:pt x="6285720" y="2512961"/>
                  <a:pt x="6285962" y="2513640"/>
                  <a:pt x="6286205" y="2514318"/>
                </a:cubicBezTo>
                <a:cubicBezTo>
                  <a:pt x="6292347" y="2534324"/>
                  <a:pt x="6298487" y="2554328"/>
                  <a:pt x="6304629" y="2574334"/>
                </a:cubicBezTo>
                <a:lnTo>
                  <a:pt x="6303842" y="2579877"/>
                </a:lnTo>
                <a:cubicBezTo>
                  <a:pt x="6303729" y="2585644"/>
                  <a:pt x="6304006" y="2603388"/>
                  <a:pt x="6303953" y="2608928"/>
                </a:cubicBezTo>
                <a:lnTo>
                  <a:pt x="6303530" y="2613111"/>
                </a:lnTo>
                <a:lnTo>
                  <a:pt x="6297474" y="2621996"/>
                </a:lnTo>
                <a:lnTo>
                  <a:pt x="6299263" y="2634265"/>
                </a:lnTo>
                <a:lnTo>
                  <a:pt x="6293065" y="2647237"/>
                </a:lnTo>
                <a:cubicBezTo>
                  <a:pt x="6294685" y="2648158"/>
                  <a:pt x="6296180" y="2649356"/>
                  <a:pt x="6297496" y="2650786"/>
                </a:cubicBezTo>
                <a:lnTo>
                  <a:pt x="6301708" y="2661993"/>
                </a:lnTo>
                <a:lnTo>
                  <a:pt x="6295884" y="2670949"/>
                </a:lnTo>
                <a:cubicBezTo>
                  <a:pt x="6304913" y="2672007"/>
                  <a:pt x="6294429" y="2681695"/>
                  <a:pt x="6291714" y="2690255"/>
                </a:cubicBezTo>
                <a:lnTo>
                  <a:pt x="6292327" y="2695683"/>
                </a:lnTo>
                <a:lnTo>
                  <a:pt x="6284410" y="2713964"/>
                </a:lnTo>
                <a:lnTo>
                  <a:pt x="6280410" y="2730175"/>
                </a:lnTo>
                <a:lnTo>
                  <a:pt x="6288082" y="2763497"/>
                </a:lnTo>
                <a:lnTo>
                  <a:pt x="6260924" y="3051539"/>
                </a:lnTo>
                <a:cubicBezTo>
                  <a:pt x="6251455" y="3165645"/>
                  <a:pt x="6222174" y="3216611"/>
                  <a:pt x="6210151" y="3335396"/>
                </a:cubicBezTo>
                <a:lnTo>
                  <a:pt x="6212034" y="3456509"/>
                </a:lnTo>
                <a:lnTo>
                  <a:pt x="6197490" y="3531827"/>
                </a:lnTo>
                <a:lnTo>
                  <a:pt x="6208018" y="3570877"/>
                </a:lnTo>
                <a:lnTo>
                  <a:pt x="6205920" y="3583849"/>
                </a:lnTo>
                <a:lnTo>
                  <a:pt x="6199616" y="3592763"/>
                </a:lnTo>
                <a:cubicBezTo>
                  <a:pt x="6191839" y="3613948"/>
                  <a:pt x="6196204" y="3641245"/>
                  <a:pt x="6181288" y="3653485"/>
                </a:cubicBezTo>
                <a:cubicBezTo>
                  <a:pt x="6178087" y="3659316"/>
                  <a:pt x="6176516" y="3664985"/>
                  <a:pt x="6175963" y="3670528"/>
                </a:cubicBezTo>
                <a:lnTo>
                  <a:pt x="6176722" y="3685990"/>
                </a:lnTo>
                <a:lnTo>
                  <a:pt x="6181549" y="3690283"/>
                </a:lnTo>
                <a:lnTo>
                  <a:pt x="6179476" y="3699787"/>
                </a:lnTo>
                <a:cubicBezTo>
                  <a:pt x="6179664" y="3700686"/>
                  <a:pt x="6179852" y="3701586"/>
                  <a:pt x="6180040" y="3702486"/>
                </a:cubicBezTo>
                <a:cubicBezTo>
                  <a:pt x="6181140" y="3707637"/>
                  <a:pt x="6182047" y="3712728"/>
                  <a:pt x="6182155" y="3717784"/>
                </a:cubicBezTo>
                <a:cubicBezTo>
                  <a:pt x="6156678" y="3711701"/>
                  <a:pt x="6178864" y="3759789"/>
                  <a:pt x="6158980" y="3746229"/>
                </a:cubicBezTo>
                <a:cubicBezTo>
                  <a:pt x="6144630" y="3780750"/>
                  <a:pt x="6117520" y="3867558"/>
                  <a:pt x="6096049" y="3924910"/>
                </a:cubicBezTo>
                <a:lnTo>
                  <a:pt x="6069712" y="3989353"/>
                </a:lnTo>
                <a:lnTo>
                  <a:pt x="6067330" y="4033899"/>
                </a:lnTo>
                <a:cubicBezTo>
                  <a:pt x="6065506" y="4070470"/>
                  <a:pt x="6063599" y="4110146"/>
                  <a:pt x="6061081" y="4142250"/>
                </a:cubicBezTo>
                <a:cubicBezTo>
                  <a:pt x="6055260" y="4200007"/>
                  <a:pt x="6045907" y="4278998"/>
                  <a:pt x="6042858" y="4329442"/>
                </a:cubicBezTo>
                <a:cubicBezTo>
                  <a:pt x="6038376" y="4381764"/>
                  <a:pt x="6036461" y="4433012"/>
                  <a:pt x="6034182" y="4456184"/>
                </a:cubicBezTo>
                <a:lnTo>
                  <a:pt x="6029178" y="4468478"/>
                </a:lnTo>
                <a:lnTo>
                  <a:pt x="6029974" y="4469862"/>
                </a:lnTo>
                <a:cubicBezTo>
                  <a:pt x="6031287" y="4476321"/>
                  <a:pt x="6030316" y="4480555"/>
                  <a:pt x="6028340" y="4483797"/>
                </a:cubicBezTo>
                <a:lnTo>
                  <a:pt x="6025168" y="4487091"/>
                </a:lnTo>
                <a:lnTo>
                  <a:pt x="6023164" y="4496728"/>
                </a:lnTo>
                <a:lnTo>
                  <a:pt x="6016839" y="4515918"/>
                </a:lnTo>
                <a:cubicBezTo>
                  <a:pt x="6017189" y="4517049"/>
                  <a:pt x="6017537" y="4518182"/>
                  <a:pt x="6017886" y="4519316"/>
                </a:cubicBezTo>
                <a:lnTo>
                  <a:pt x="6011819" y="4547957"/>
                </a:lnTo>
                <a:lnTo>
                  <a:pt x="6012791" y="4548262"/>
                </a:lnTo>
                <a:cubicBezTo>
                  <a:pt x="6014837" y="4549595"/>
                  <a:pt x="6016087" y="4551811"/>
                  <a:pt x="6015703" y="4555939"/>
                </a:cubicBezTo>
                <a:cubicBezTo>
                  <a:pt x="6031790" y="4548276"/>
                  <a:pt x="6021405" y="4557977"/>
                  <a:pt x="6018854" y="4570815"/>
                </a:cubicBezTo>
                <a:cubicBezTo>
                  <a:pt x="6021736" y="4583801"/>
                  <a:pt x="6030754" y="4622347"/>
                  <a:pt x="6033000" y="4633846"/>
                </a:cubicBezTo>
                <a:lnTo>
                  <a:pt x="6032325" y="4639816"/>
                </a:lnTo>
                <a:lnTo>
                  <a:pt x="6032549" y="4639923"/>
                </a:lnTo>
                <a:cubicBezTo>
                  <a:pt x="6032911" y="4641190"/>
                  <a:pt x="6032878" y="4643141"/>
                  <a:pt x="6032309" y="4646192"/>
                </a:cubicBezTo>
                <a:lnTo>
                  <a:pt x="6031095" y="4650706"/>
                </a:lnTo>
                <a:lnTo>
                  <a:pt x="6029786" y="4662290"/>
                </a:lnTo>
                <a:cubicBezTo>
                  <a:pt x="6030161" y="4663587"/>
                  <a:pt x="6030536" y="4664883"/>
                  <a:pt x="6030911" y="4666180"/>
                </a:cubicBezTo>
                <a:lnTo>
                  <a:pt x="6033630" y="4667585"/>
                </a:lnTo>
                <a:lnTo>
                  <a:pt x="6033189" y="4668660"/>
                </a:lnTo>
                <a:cubicBezTo>
                  <a:pt x="6027286" y="4676831"/>
                  <a:pt x="6019767" y="4679345"/>
                  <a:pt x="6038764" y="4689807"/>
                </a:cubicBezTo>
                <a:cubicBezTo>
                  <a:pt x="6028616" y="4708535"/>
                  <a:pt x="6040474" y="4712235"/>
                  <a:pt x="6042217" y="4737890"/>
                </a:cubicBezTo>
                <a:cubicBezTo>
                  <a:pt x="6033362" y="4748600"/>
                  <a:pt x="6035273" y="4757223"/>
                  <a:pt x="6040543" y="4765657"/>
                </a:cubicBezTo>
                <a:cubicBezTo>
                  <a:pt x="6034416" y="4790618"/>
                  <a:pt x="6040696" y="4813399"/>
                  <a:pt x="6039956" y="4841463"/>
                </a:cubicBezTo>
                <a:lnTo>
                  <a:pt x="6057123" y="4969863"/>
                </a:lnTo>
                <a:lnTo>
                  <a:pt x="6055039" y="4974028"/>
                </a:lnTo>
                <a:cubicBezTo>
                  <a:pt x="6053860" y="4976933"/>
                  <a:pt x="6053409" y="4978909"/>
                  <a:pt x="6053462" y="4980318"/>
                </a:cubicBezTo>
                <a:lnTo>
                  <a:pt x="6053643" y="4980501"/>
                </a:lnTo>
                <a:lnTo>
                  <a:pt x="6051733" y="4986338"/>
                </a:lnTo>
                <a:lnTo>
                  <a:pt x="6049602" y="4991296"/>
                </a:lnTo>
                <a:cubicBezTo>
                  <a:pt x="6058123" y="5019829"/>
                  <a:pt x="6066643" y="5048361"/>
                  <a:pt x="6075165" y="5076895"/>
                </a:cubicBezTo>
                <a:lnTo>
                  <a:pt x="6073751" y="5081568"/>
                </a:lnTo>
                <a:cubicBezTo>
                  <a:pt x="6073034" y="5084748"/>
                  <a:pt x="6072888" y="5086810"/>
                  <a:pt x="6073150" y="5088173"/>
                </a:cubicBezTo>
                <a:lnTo>
                  <a:pt x="6073355" y="5088300"/>
                </a:lnTo>
                <a:lnTo>
                  <a:pt x="6072362" y="5094558"/>
                </a:lnTo>
                <a:cubicBezTo>
                  <a:pt x="6070184" y="5105196"/>
                  <a:pt x="6067588" y="5115626"/>
                  <a:pt x="6064726" y="5125620"/>
                </a:cubicBezTo>
                <a:cubicBezTo>
                  <a:pt x="6063568" y="5154527"/>
                  <a:pt x="6065189" y="5244020"/>
                  <a:pt x="6065415" y="5268004"/>
                </a:cubicBezTo>
                <a:cubicBezTo>
                  <a:pt x="6065637" y="5268513"/>
                  <a:pt x="6065860" y="5269021"/>
                  <a:pt x="6066081" y="5269530"/>
                </a:cubicBezTo>
                <a:lnTo>
                  <a:pt x="6043407" y="5390941"/>
                </a:lnTo>
                <a:cubicBezTo>
                  <a:pt x="6032545" y="5438194"/>
                  <a:pt x="6020942" y="5465286"/>
                  <a:pt x="6025377" y="5539927"/>
                </a:cubicBezTo>
                <a:cubicBezTo>
                  <a:pt x="6019787" y="5610775"/>
                  <a:pt x="6013913" y="5740573"/>
                  <a:pt x="6010052" y="5791594"/>
                </a:cubicBezTo>
                <a:cubicBezTo>
                  <a:pt x="5989401" y="5787060"/>
                  <a:pt x="6018524" y="5849672"/>
                  <a:pt x="5994220" y="5855206"/>
                </a:cubicBezTo>
                <a:cubicBezTo>
                  <a:pt x="5995282" y="5860240"/>
                  <a:pt x="5980598" y="5868910"/>
                  <a:pt x="5982580" y="5873582"/>
                </a:cubicBezTo>
                <a:cubicBezTo>
                  <a:pt x="5982922" y="5874401"/>
                  <a:pt x="5983265" y="5875218"/>
                  <a:pt x="5983608" y="5876037"/>
                </a:cubicBezTo>
                <a:lnTo>
                  <a:pt x="5983535" y="5886534"/>
                </a:lnTo>
                <a:lnTo>
                  <a:pt x="5988737" y="5888644"/>
                </a:lnTo>
                <a:cubicBezTo>
                  <a:pt x="5989948" y="5893707"/>
                  <a:pt x="5991159" y="5898769"/>
                  <a:pt x="5992371" y="5903832"/>
                </a:cubicBezTo>
                <a:cubicBezTo>
                  <a:pt x="5992924" y="5909651"/>
                  <a:pt x="5992578" y="5916068"/>
                  <a:pt x="5990780" y="5923391"/>
                </a:cubicBezTo>
                <a:cubicBezTo>
                  <a:pt x="5975822" y="5948880"/>
                  <a:pt x="6013580" y="5981626"/>
                  <a:pt x="5993870" y="6013205"/>
                </a:cubicBezTo>
                <a:cubicBezTo>
                  <a:pt x="5988486" y="6024901"/>
                  <a:pt x="5991718" y="6066777"/>
                  <a:pt x="5997673" y="6074018"/>
                </a:cubicBezTo>
                <a:cubicBezTo>
                  <a:pt x="5998007" y="6081731"/>
                  <a:pt x="6007861" y="6126985"/>
                  <a:pt x="6014840" y="6130837"/>
                </a:cubicBezTo>
                <a:cubicBezTo>
                  <a:pt x="6022998" y="6137057"/>
                  <a:pt x="5999420" y="6156330"/>
                  <a:pt x="6010704" y="6152982"/>
                </a:cubicBezTo>
                <a:cubicBezTo>
                  <a:pt x="6008682" y="6186619"/>
                  <a:pt x="6039938" y="6191636"/>
                  <a:pt x="6038294" y="6221100"/>
                </a:cubicBezTo>
                <a:cubicBezTo>
                  <a:pt x="6039643" y="6222126"/>
                  <a:pt x="6046356" y="6257468"/>
                  <a:pt x="6052331" y="6287550"/>
                </a:cubicBezTo>
                <a:cubicBezTo>
                  <a:pt x="6058307" y="6317632"/>
                  <a:pt x="6082079" y="6391312"/>
                  <a:pt x="6074143" y="6401595"/>
                </a:cubicBezTo>
                <a:cubicBezTo>
                  <a:pt x="6074931" y="6423902"/>
                  <a:pt x="6059614" y="6432919"/>
                  <a:pt x="6060199" y="6487110"/>
                </a:cubicBezTo>
                <a:cubicBezTo>
                  <a:pt x="6075583" y="6574474"/>
                  <a:pt x="6076150" y="6553611"/>
                  <a:pt x="6081156" y="6588589"/>
                </a:cubicBezTo>
                <a:cubicBezTo>
                  <a:pt x="6102088" y="6637976"/>
                  <a:pt x="6067660" y="6687723"/>
                  <a:pt x="6114944" y="6769963"/>
                </a:cubicBezTo>
                <a:cubicBezTo>
                  <a:pt x="6130462" y="6819284"/>
                  <a:pt x="6119243" y="6817955"/>
                  <a:pt x="6128950" y="6835814"/>
                </a:cubicBezTo>
                <a:lnTo>
                  <a:pt x="6132536" y="6858000"/>
                </a:lnTo>
                <a:lnTo>
                  <a:pt x="4789511" y="6858000"/>
                </a:lnTo>
                <a:lnTo>
                  <a:pt x="1866294" y="6858000"/>
                </a:lnTo>
                <a:lnTo>
                  <a:pt x="1705866" y="6858000"/>
                </a:lnTo>
                <a:lnTo>
                  <a:pt x="1343025" y="6858000"/>
                </a:lnTo>
                <a:lnTo>
                  <a:pt x="523269" y="6858000"/>
                </a:lnTo>
                <a:lnTo>
                  <a:pt x="362841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168297-FB93-0070-6726-07345DDFE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600"/>
            <a:ext cx="4784796" cy="1330840"/>
          </a:xfrm>
        </p:spPr>
        <p:txBody>
          <a:bodyPr>
            <a:normAutofit/>
          </a:bodyPr>
          <a:lstStyle/>
          <a:p>
            <a:r>
              <a:rPr lang="en-US" dirty="0" err="1"/>
              <a:t>Optimizare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Experimente</a:t>
            </a:r>
            <a:r>
              <a:rPr lang="en-US" dirty="0"/>
              <a:t> 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DA8EAD39-E472-30C4-CD8F-09C862E5F61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01148438"/>
              </p:ext>
            </p:extLst>
          </p:nvPr>
        </p:nvGraphicFramePr>
        <p:xfrm>
          <a:off x="6932096" y="1275681"/>
          <a:ext cx="4737653" cy="2373702"/>
        </p:xfrm>
        <a:graphic>
          <a:graphicData uri="http://schemas.openxmlformats.org/drawingml/2006/table">
            <a:tbl>
              <a:tblPr/>
              <a:tblGrid>
                <a:gridCol w="1011009">
                  <a:extLst>
                    <a:ext uri="{9D8B030D-6E8A-4147-A177-3AD203B41FA5}">
                      <a16:colId xmlns:a16="http://schemas.microsoft.com/office/drawing/2014/main" val="305982612"/>
                    </a:ext>
                  </a:extLst>
                </a:gridCol>
                <a:gridCol w="1064092">
                  <a:extLst>
                    <a:ext uri="{9D8B030D-6E8A-4147-A177-3AD203B41FA5}">
                      <a16:colId xmlns:a16="http://schemas.microsoft.com/office/drawing/2014/main" val="3946760206"/>
                    </a:ext>
                  </a:extLst>
                </a:gridCol>
                <a:gridCol w="903737">
                  <a:extLst>
                    <a:ext uri="{9D8B030D-6E8A-4147-A177-3AD203B41FA5}">
                      <a16:colId xmlns:a16="http://schemas.microsoft.com/office/drawing/2014/main" val="3358790282"/>
                    </a:ext>
                  </a:extLst>
                </a:gridCol>
                <a:gridCol w="816372">
                  <a:extLst>
                    <a:ext uri="{9D8B030D-6E8A-4147-A177-3AD203B41FA5}">
                      <a16:colId xmlns:a16="http://schemas.microsoft.com/office/drawing/2014/main" val="3003001739"/>
                    </a:ext>
                  </a:extLst>
                </a:gridCol>
                <a:gridCol w="942443">
                  <a:extLst>
                    <a:ext uri="{9D8B030D-6E8A-4147-A177-3AD203B41FA5}">
                      <a16:colId xmlns:a16="http://schemas.microsoft.com/office/drawing/2014/main" val="3442253668"/>
                    </a:ext>
                  </a:extLst>
                </a:gridCol>
              </a:tblGrid>
              <a:tr h="322745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1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Experiment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1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Modificare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1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Acuratețe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1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F1-Score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1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Obs.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8194507"/>
                  </a:ext>
                </a:extLst>
              </a:tr>
              <a:tr h="513843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1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Baseline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Model Simplu (Adam)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85.00%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0.83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Overfitting rapid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8356374"/>
                  </a:ext>
                </a:extLst>
              </a:tr>
              <a:tr h="513843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1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Exp 1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Arhitectură (100, 50)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88.00%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0.86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Extracție mai bună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4584915"/>
                  </a:ext>
                </a:extLst>
              </a:tr>
              <a:tr h="322745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1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Exp 2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Solver SGD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89.00%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0.88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Stabilizare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7040389"/>
                  </a:ext>
                </a:extLst>
              </a:tr>
              <a:tr h="513843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1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Exp 4 (Final)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1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Augmentare Zgomot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1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92.44%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1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0.92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300" b="1" i="0" u="none" strike="noStrike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Robust la sinonime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9624" marR="79624" marT="53083" marB="530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2522076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BF04F985-F9F3-F5D4-8FB5-1F6697B1292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36650" y="2193925"/>
            <a:ext cx="4438650" cy="3908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Baseline: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85% Acuratete (Model simplu).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Experimente Cheie: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Adaugare strat ascuns suplimentar (+3%).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Schimbare solver in SGD (+1%).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Augmentare cu Zgomot Gaussian (BEST):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Am adaugat zgomot peste vectorii de intrare.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Rezultat: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Modelul a devenit robust la sinonime si a sarit la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92.44%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577077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821940F-7A1D-4ACC-85B4-A932898AB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674508-81D3-48CF-96BF-7FC60EAA5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741994" cy="6858000"/>
          </a:xfrm>
          <a:custGeom>
            <a:avLst/>
            <a:gdLst>
              <a:gd name="connsiteX0" fmla="*/ 0 w 6568309"/>
              <a:gd name="connsiteY0" fmla="*/ 0 h 6858000"/>
              <a:gd name="connsiteX1" fmla="*/ 362841 w 6568309"/>
              <a:gd name="connsiteY1" fmla="*/ 0 h 6858000"/>
              <a:gd name="connsiteX2" fmla="*/ 523269 w 6568309"/>
              <a:gd name="connsiteY2" fmla="*/ 0 h 6858000"/>
              <a:gd name="connsiteX3" fmla="*/ 1343025 w 6568309"/>
              <a:gd name="connsiteY3" fmla="*/ 0 h 6858000"/>
              <a:gd name="connsiteX4" fmla="*/ 1705866 w 6568309"/>
              <a:gd name="connsiteY4" fmla="*/ 0 h 6858000"/>
              <a:gd name="connsiteX5" fmla="*/ 1866294 w 6568309"/>
              <a:gd name="connsiteY5" fmla="*/ 0 h 6858000"/>
              <a:gd name="connsiteX6" fmla="*/ 5225154 w 6568309"/>
              <a:gd name="connsiteY6" fmla="*/ 0 h 6858000"/>
              <a:gd name="connsiteX7" fmla="*/ 6568179 w 6568309"/>
              <a:gd name="connsiteY7" fmla="*/ 0 h 6858000"/>
              <a:gd name="connsiteX8" fmla="*/ 6568309 w 6568309"/>
              <a:gd name="connsiteY8" fmla="*/ 1 h 6858000"/>
              <a:gd name="connsiteX9" fmla="*/ 6562951 w 6568309"/>
              <a:gd name="connsiteY9" fmla="*/ 30700 h 6858000"/>
              <a:gd name="connsiteX10" fmla="*/ 6547446 w 6568309"/>
              <a:gd name="connsiteY10" fmla="*/ 310025 h 6858000"/>
              <a:gd name="connsiteX11" fmla="*/ 6558316 w 6568309"/>
              <a:gd name="connsiteY11" fmla="*/ 443960 h 6858000"/>
              <a:gd name="connsiteX12" fmla="*/ 6528896 w 6568309"/>
              <a:gd name="connsiteY12" fmla="*/ 642659 h 6858000"/>
              <a:gd name="connsiteX13" fmla="*/ 6523095 w 6568309"/>
              <a:gd name="connsiteY13" fmla="*/ 673307 h 6858000"/>
              <a:gd name="connsiteX14" fmla="*/ 6496169 w 6568309"/>
              <a:gd name="connsiteY14" fmla="*/ 839641 h 6858000"/>
              <a:gd name="connsiteX15" fmla="*/ 6450789 w 6568309"/>
              <a:gd name="connsiteY15" fmla="*/ 958357 h 6858000"/>
              <a:gd name="connsiteX16" fmla="*/ 6453996 w 6568309"/>
              <a:gd name="connsiteY16" fmla="*/ 963398 h 6858000"/>
              <a:gd name="connsiteX17" fmla="*/ 6419467 w 6568309"/>
              <a:gd name="connsiteY17" fmla="*/ 1117169 h 6858000"/>
              <a:gd name="connsiteX18" fmla="*/ 6417348 w 6568309"/>
              <a:gd name="connsiteY18" fmla="*/ 1144352 h 6858000"/>
              <a:gd name="connsiteX19" fmla="*/ 6418473 w 6568309"/>
              <a:gd name="connsiteY19" fmla="*/ 1164484 h 6858000"/>
              <a:gd name="connsiteX20" fmla="*/ 6406979 w 6568309"/>
              <a:gd name="connsiteY20" fmla="*/ 1213829 h 6858000"/>
              <a:gd name="connsiteX21" fmla="*/ 6381928 w 6568309"/>
              <a:gd name="connsiteY21" fmla="*/ 1294823 h 6858000"/>
              <a:gd name="connsiteX22" fmla="*/ 6377948 w 6568309"/>
              <a:gd name="connsiteY22" fmla="*/ 1312193 h 6858000"/>
              <a:gd name="connsiteX23" fmla="*/ 6379894 w 6568309"/>
              <a:gd name="connsiteY23" fmla="*/ 1327626 h 6858000"/>
              <a:gd name="connsiteX24" fmla="*/ 6385024 w 6568309"/>
              <a:gd name="connsiteY24" fmla="*/ 1331644 h 6858000"/>
              <a:gd name="connsiteX25" fmla="*/ 6383696 w 6568309"/>
              <a:gd name="connsiteY25" fmla="*/ 1341276 h 6858000"/>
              <a:gd name="connsiteX26" fmla="*/ 6384464 w 6568309"/>
              <a:gd name="connsiteY26" fmla="*/ 1343945 h 6858000"/>
              <a:gd name="connsiteX27" fmla="*/ 6387748 w 6568309"/>
              <a:gd name="connsiteY27" fmla="*/ 1359134 h 6858000"/>
              <a:gd name="connsiteX28" fmla="*/ 6364157 w 6568309"/>
              <a:gd name="connsiteY28" fmla="*/ 1427803 h 6858000"/>
              <a:gd name="connsiteX29" fmla="*/ 6335874 w 6568309"/>
              <a:gd name="connsiteY29" fmla="*/ 1540278 h 6858000"/>
              <a:gd name="connsiteX30" fmla="*/ 6331892 w 6568309"/>
              <a:gd name="connsiteY30" fmla="*/ 1547262 h 6858000"/>
              <a:gd name="connsiteX31" fmla="*/ 6332744 w 6568309"/>
              <a:gd name="connsiteY31" fmla="*/ 1577056 h 6858000"/>
              <a:gd name="connsiteX32" fmla="*/ 6333604 w 6568309"/>
              <a:gd name="connsiteY32" fmla="*/ 1595898 h 6858000"/>
              <a:gd name="connsiteX33" fmla="*/ 6324749 w 6568309"/>
              <a:gd name="connsiteY33" fmla="*/ 1703726 h 6858000"/>
              <a:gd name="connsiteX34" fmla="*/ 6329594 w 6568309"/>
              <a:gd name="connsiteY34" fmla="*/ 1809535 h 6858000"/>
              <a:gd name="connsiteX35" fmla="*/ 6329062 w 6568309"/>
              <a:gd name="connsiteY35" fmla="*/ 2018310 h 6858000"/>
              <a:gd name="connsiteX36" fmla="*/ 6321735 w 6568309"/>
              <a:gd name="connsiteY36" fmla="*/ 2071355 h 6858000"/>
              <a:gd name="connsiteX37" fmla="*/ 6322678 w 6568309"/>
              <a:gd name="connsiteY37" fmla="*/ 2141166 h 6858000"/>
              <a:gd name="connsiteX38" fmla="*/ 6321340 w 6568309"/>
              <a:gd name="connsiteY38" fmla="*/ 2154548 h 6858000"/>
              <a:gd name="connsiteX39" fmla="*/ 6316582 w 6568309"/>
              <a:gd name="connsiteY39" fmla="*/ 2158153 h 6858000"/>
              <a:gd name="connsiteX40" fmla="*/ 6311428 w 6568309"/>
              <a:gd name="connsiteY40" fmla="*/ 2178174 h 6858000"/>
              <a:gd name="connsiteX41" fmla="*/ 6310192 w 6568309"/>
              <a:gd name="connsiteY41" fmla="*/ 2202858 h 6858000"/>
              <a:gd name="connsiteX42" fmla="*/ 6309211 w 6568309"/>
              <a:gd name="connsiteY42" fmla="*/ 2320214 h 6858000"/>
              <a:gd name="connsiteX43" fmla="*/ 6300151 w 6568309"/>
              <a:gd name="connsiteY43" fmla="*/ 2417011 h 6858000"/>
              <a:gd name="connsiteX44" fmla="*/ 6295176 w 6568309"/>
              <a:gd name="connsiteY44" fmla="*/ 2454207 h 6858000"/>
              <a:gd name="connsiteX45" fmla="*/ 6293727 w 6568309"/>
              <a:gd name="connsiteY45" fmla="*/ 2487203 h 6858000"/>
              <a:gd name="connsiteX46" fmla="*/ 6285477 w 6568309"/>
              <a:gd name="connsiteY46" fmla="*/ 2512282 h 6858000"/>
              <a:gd name="connsiteX47" fmla="*/ 6286205 w 6568309"/>
              <a:gd name="connsiteY47" fmla="*/ 2514318 h 6858000"/>
              <a:gd name="connsiteX48" fmla="*/ 6304629 w 6568309"/>
              <a:gd name="connsiteY48" fmla="*/ 2574334 h 6858000"/>
              <a:gd name="connsiteX49" fmla="*/ 6303842 w 6568309"/>
              <a:gd name="connsiteY49" fmla="*/ 2579877 h 6858000"/>
              <a:gd name="connsiteX50" fmla="*/ 6303953 w 6568309"/>
              <a:gd name="connsiteY50" fmla="*/ 2608928 h 6858000"/>
              <a:gd name="connsiteX51" fmla="*/ 6303530 w 6568309"/>
              <a:gd name="connsiteY51" fmla="*/ 2613111 h 6858000"/>
              <a:gd name="connsiteX52" fmla="*/ 6297474 w 6568309"/>
              <a:gd name="connsiteY52" fmla="*/ 2621996 h 6858000"/>
              <a:gd name="connsiteX53" fmla="*/ 6299263 w 6568309"/>
              <a:gd name="connsiteY53" fmla="*/ 2634265 h 6858000"/>
              <a:gd name="connsiteX54" fmla="*/ 6293065 w 6568309"/>
              <a:gd name="connsiteY54" fmla="*/ 2647237 h 6858000"/>
              <a:gd name="connsiteX55" fmla="*/ 6297496 w 6568309"/>
              <a:gd name="connsiteY55" fmla="*/ 2650786 h 6858000"/>
              <a:gd name="connsiteX56" fmla="*/ 6301708 w 6568309"/>
              <a:gd name="connsiteY56" fmla="*/ 2661993 h 6858000"/>
              <a:gd name="connsiteX57" fmla="*/ 6295884 w 6568309"/>
              <a:gd name="connsiteY57" fmla="*/ 2670949 h 6858000"/>
              <a:gd name="connsiteX58" fmla="*/ 6291714 w 6568309"/>
              <a:gd name="connsiteY58" fmla="*/ 2690255 h 6858000"/>
              <a:gd name="connsiteX59" fmla="*/ 6292327 w 6568309"/>
              <a:gd name="connsiteY59" fmla="*/ 2695683 h 6858000"/>
              <a:gd name="connsiteX60" fmla="*/ 6284410 w 6568309"/>
              <a:gd name="connsiteY60" fmla="*/ 2713964 h 6858000"/>
              <a:gd name="connsiteX61" fmla="*/ 6280410 w 6568309"/>
              <a:gd name="connsiteY61" fmla="*/ 2730175 h 6858000"/>
              <a:gd name="connsiteX62" fmla="*/ 6288082 w 6568309"/>
              <a:gd name="connsiteY62" fmla="*/ 2763497 h 6858000"/>
              <a:gd name="connsiteX63" fmla="*/ 6260924 w 6568309"/>
              <a:gd name="connsiteY63" fmla="*/ 3051539 h 6858000"/>
              <a:gd name="connsiteX64" fmla="*/ 6210151 w 6568309"/>
              <a:gd name="connsiteY64" fmla="*/ 3335396 h 6858000"/>
              <a:gd name="connsiteX65" fmla="*/ 6212034 w 6568309"/>
              <a:gd name="connsiteY65" fmla="*/ 3456509 h 6858000"/>
              <a:gd name="connsiteX66" fmla="*/ 6197490 w 6568309"/>
              <a:gd name="connsiteY66" fmla="*/ 3531827 h 6858000"/>
              <a:gd name="connsiteX67" fmla="*/ 6208018 w 6568309"/>
              <a:gd name="connsiteY67" fmla="*/ 3570877 h 6858000"/>
              <a:gd name="connsiteX68" fmla="*/ 6205920 w 6568309"/>
              <a:gd name="connsiteY68" fmla="*/ 3583849 h 6858000"/>
              <a:gd name="connsiteX69" fmla="*/ 6199616 w 6568309"/>
              <a:gd name="connsiteY69" fmla="*/ 3592763 h 6858000"/>
              <a:gd name="connsiteX70" fmla="*/ 6181288 w 6568309"/>
              <a:gd name="connsiteY70" fmla="*/ 3653485 h 6858000"/>
              <a:gd name="connsiteX71" fmla="*/ 6175963 w 6568309"/>
              <a:gd name="connsiteY71" fmla="*/ 3670528 h 6858000"/>
              <a:gd name="connsiteX72" fmla="*/ 6176722 w 6568309"/>
              <a:gd name="connsiteY72" fmla="*/ 3685990 h 6858000"/>
              <a:gd name="connsiteX73" fmla="*/ 6181549 w 6568309"/>
              <a:gd name="connsiteY73" fmla="*/ 3690283 h 6858000"/>
              <a:gd name="connsiteX74" fmla="*/ 6179476 w 6568309"/>
              <a:gd name="connsiteY74" fmla="*/ 3699787 h 6858000"/>
              <a:gd name="connsiteX75" fmla="*/ 6180040 w 6568309"/>
              <a:gd name="connsiteY75" fmla="*/ 3702486 h 6858000"/>
              <a:gd name="connsiteX76" fmla="*/ 6182155 w 6568309"/>
              <a:gd name="connsiteY76" fmla="*/ 3717784 h 6858000"/>
              <a:gd name="connsiteX77" fmla="*/ 6158980 w 6568309"/>
              <a:gd name="connsiteY77" fmla="*/ 3746229 h 6858000"/>
              <a:gd name="connsiteX78" fmla="*/ 6096049 w 6568309"/>
              <a:gd name="connsiteY78" fmla="*/ 3924910 h 6858000"/>
              <a:gd name="connsiteX79" fmla="*/ 6069712 w 6568309"/>
              <a:gd name="connsiteY79" fmla="*/ 3989353 h 6858000"/>
              <a:gd name="connsiteX80" fmla="*/ 6067330 w 6568309"/>
              <a:gd name="connsiteY80" fmla="*/ 4033899 h 6858000"/>
              <a:gd name="connsiteX81" fmla="*/ 6061081 w 6568309"/>
              <a:gd name="connsiteY81" fmla="*/ 4142250 h 6858000"/>
              <a:gd name="connsiteX82" fmla="*/ 6042858 w 6568309"/>
              <a:gd name="connsiteY82" fmla="*/ 4329442 h 6858000"/>
              <a:gd name="connsiteX83" fmla="*/ 6034182 w 6568309"/>
              <a:gd name="connsiteY83" fmla="*/ 4456184 h 6858000"/>
              <a:gd name="connsiteX84" fmla="*/ 6029178 w 6568309"/>
              <a:gd name="connsiteY84" fmla="*/ 4468478 h 6858000"/>
              <a:gd name="connsiteX85" fmla="*/ 6029974 w 6568309"/>
              <a:gd name="connsiteY85" fmla="*/ 4469862 h 6858000"/>
              <a:gd name="connsiteX86" fmla="*/ 6028340 w 6568309"/>
              <a:gd name="connsiteY86" fmla="*/ 4483797 h 6858000"/>
              <a:gd name="connsiteX87" fmla="*/ 6025168 w 6568309"/>
              <a:gd name="connsiteY87" fmla="*/ 4487091 h 6858000"/>
              <a:gd name="connsiteX88" fmla="*/ 6023164 w 6568309"/>
              <a:gd name="connsiteY88" fmla="*/ 4496728 h 6858000"/>
              <a:gd name="connsiteX89" fmla="*/ 6016839 w 6568309"/>
              <a:gd name="connsiteY89" fmla="*/ 4515918 h 6858000"/>
              <a:gd name="connsiteX90" fmla="*/ 6017886 w 6568309"/>
              <a:gd name="connsiteY90" fmla="*/ 4519316 h 6858000"/>
              <a:gd name="connsiteX91" fmla="*/ 6011819 w 6568309"/>
              <a:gd name="connsiteY91" fmla="*/ 4547957 h 6858000"/>
              <a:gd name="connsiteX92" fmla="*/ 6012791 w 6568309"/>
              <a:gd name="connsiteY92" fmla="*/ 4548262 h 6858000"/>
              <a:gd name="connsiteX93" fmla="*/ 6015703 w 6568309"/>
              <a:gd name="connsiteY93" fmla="*/ 4555939 h 6858000"/>
              <a:gd name="connsiteX94" fmla="*/ 6018854 w 6568309"/>
              <a:gd name="connsiteY94" fmla="*/ 4570815 h 6858000"/>
              <a:gd name="connsiteX95" fmla="*/ 6033000 w 6568309"/>
              <a:gd name="connsiteY95" fmla="*/ 4633846 h 6858000"/>
              <a:gd name="connsiteX96" fmla="*/ 6032325 w 6568309"/>
              <a:gd name="connsiteY96" fmla="*/ 4639816 h 6858000"/>
              <a:gd name="connsiteX97" fmla="*/ 6032549 w 6568309"/>
              <a:gd name="connsiteY97" fmla="*/ 4639923 h 6858000"/>
              <a:gd name="connsiteX98" fmla="*/ 6032309 w 6568309"/>
              <a:gd name="connsiteY98" fmla="*/ 4646192 h 6858000"/>
              <a:gd name="connsiteX99" fmla="*/ 6031095 w 6568309"/>
              <a:gd name="connsiteY99" fmla="*/ 4650706 h 6858000"/>
              <a:gd name="connsiteX100" fmla="*/ 6029786 w 6568309"/>
              <a:gd name="connsiteY100" fmla="*/ 4662290 h 6858000"/>
              <a:gd name="connsiteX101" fmla="*/ 6030911 w 6568309"/>
              <a:gd name="connsiteY101" fmla="*/ 4666180 h 6858000"/>
              <a:gd name="connsiteX102" fmla="*/ 6033630 w 6568309"/>
              <a:gd name="connsiteY102" fmla="*/ 4667585 h 6858000"/>
              <a:gd name="connsiteX103" fmla="*/ 6033189 w 6568309"/>
              <a:gd name="connsiteY103" fmla="*/ 4668660 h 6858000"/>
              <a:gd name="connsiteX104" fmla="*/ 6038764 w 6568309"/>
              <a:gd name="connsiteY104" fmla="*/ 4689807 h 6858000"/>
              <a:gd name="connsiteX105" fmla="*/ 6042217 w 6568309"/>
              <a:gd name="connsiteY105" fmla="*/ 4737890 h 6858000"/>
              <a:gd name="connsiteX106" fmla="*/ 6040543 w 6568309"/>
              <a:gd name="connsiteY106" fmla="*/ 4765657 h 6858000"/>
              <a:gd name="connsiteX107" fmla="*/ 6039956 w 6568309"/>
              <a:gd name="connsiteY107" fmla="*/ 4841463 h 6858000"/>
              <a:gd name="connsiteX108" fmla="*/ 6057123 w 6568309"/>
              <a:gd name="connsiteY108" fmla="*/ 4969863 h 6858000"/>
              <a:gd name="connsiteX109" fmla="*/ 6055039 w 6568309"/>
              <a:gd name="connsiteY109" fmla="*/ 4974028 h 6858000"/>
              <a:gd name="connsiteX110" fmla="*/ 6053462 w 6568309"/>
              <a:gd name="connsiteY110" fmla="*/ 4980318 h 6858000"/>
              <a:gd name="connsiteX111" fmla="*/ 6053643 w 6568309"/>
              <a:gd name="connsiteY111" fmla="*/ 4980501 h 6858000"/>
              <a:gd name="connsiteX112" fmla="*/ 6051733 w 6568309"/>
              <a:gd name="connsiteY112" fmla="*/ 4986338 h 6858000"/>
              <a:gd name="connsiteX113" fmla="*/ 6049602 w 6568309"/>
              <a:gd name="connsiteY113" fmla="*/ 4991296 h 6858000"/>
              <a:gd name="connsiteX114" fmla="*/ 6075165 w 6568309"/>
              <a:gd name="connsiteY114" fmla="*/ 5076895 h 6858000"/>
              <a:gd name="connsiteX115" fmla="*/ 6073751 w 6568309"/>
              <a:gd name="connsiteY115" fmla="*/ 5081568 h 6858000"/>
              <a:gd name="connsiteX116" fmla="*/ 6073150 w 6568309"/>
              <a:gd name="connsiteY116" fmla="*/ 5088173 h 6858000"/>
              <a:gd name="connsiteX117" fmla="*/ 6073355 w 6568309"/>
              <a:gd name="connsiteY117" fmla="*/ 5088300 h 6858000"/>
              <a:gd name="connsiteX118" fmla="*/ 6072362 w 6568309"/>
              <a:gd name="connsiteY118" fmla="*/ 5094558 h 6858000"/>
              <a:gd name="connsiteX119" fmla="*/ 6064726 w 6568309"/>
              <a:gd name="connsiteY119" fmla="*/ 5125620 h 6858000"/>
              <a:gd name="connsiteX120" fmla="*/ 6065415 w 6568309"/>
              <a:gd name="connsiteY120" fmla="*/ 5268004 h 6858000"/>
              <a:gd name="connsiteX121" fmla="*/ 6066081 w 6568309"/>
              <a:gd name="connsiteY121" fmla="*/ 5269530 h 6858000"/>
              <a:gd name="connsiteX122" fmla="*/ 6043407 w 6568309"/>
              <a:gd name="connsiteY122" fmla="*/ 5390941 h 6858000"/>
              <a:gd name="connsiteX123" fmla="*/ 6025377 w 6568309"/>
              <a:gd name="connsiteY123" fmla="*/ 5539927 h 6858000"/>
              <a:gd name="connsiteX124" fmla="*/ 6010052 w 6568309"/>
              <a:gd name="connsiteY124" fmla="*/ 5791594 h 6858000"/>
              <a:gd name="connsiteX125" fmla="*/ 5994220 w 6568309"/>
              <a:gd name="connsiteY125" fmla="*/ 5855206 h 6858000"/>
              <a:gd name="connsiteX126" fmla="*/ 5982580 w 6568309"/>
              <a:gd name="connsiteY126" fmla="*/ 5873582 h 6858000"/>
              <a:gd name="connsiteX127" fmla="*/ 5983608 w 6568309"/>
              <a:gd name="connsiteY127" fmla="*/ 5876037 h 6858000"/>
              <a:gd name="connsiteX128" fmla="*/ 5983535 w 6568309"/>
              <a:gd name="connsiteY128" fmla="*/ 5886534 h 6858000"/>
              <a:gd name="connsiteX129" fmla="*/ 5988737 w 6568309"/>
              <a:gd name="connsiteY129" fmla="*/ 5888644 h 6858000"/>
              <a:gd name="connsiteX130" fmla="*/ 5992371 w 6568309"/>
              <a:gd name="connsiteY130" fmla="*/ 5903832 h 6858000"/>
              <a:gd name="connsiteX131" fmla="*/ 5990780 w 6568309"/>
              <a:gd name="connsiteY131" fmla="*/ 5923391 h 6858000"/>
              <a:gd name="connsiteX132" fmla="*/ 5993870 w 6568309"/>
              <a:gd name="connsiteY132" fmla="*/ 6013205 h 6858000"/>
              <a:gd name="connsiteX133" fmla="*/ 5997673 w 6568309"/>
              <a:gd name="connsiteY133" fmla="*/ 6074018 h 6858000"/>
              <a:gd name="connsiteX134" fmla="*/ 6014840 w 6568309"/>
              <a:gd name="connsiteY134" fmla="*/ 6130837 h 6858000"/>
              <a:gd name="connsiteX135" fmla="*/ 6010704 w 6568309"/>
              <a:gd name="connsiteY135" fmla="*/ 6152982 h 6858000"/>
              <a:gd name="connsiteX136" fmla="*/ 6038294 w 6568309"/>
              <a:gd name="connsiteY136" fmla="*/ 6221100 h 6858000"/>
              <a:gd name="connsiteX137" fmla="*/ 6052331 w 6568309"/>
              <a:gd name="connsiteY137" fmla="*/ 6287550 h 6858000"/>
              <a:gd name="connsiteX138" fmla="*/ 6074143 w 6568309"/>
              <a:gd name="connsiteY138" fmla="*/ 6401595 h 6858000"/>
              <a:gd name="connsiteX139" fmla="*/ 6060199 w 6568309"/>
              <a:gd name="connsiteY139" fmla="*/ 6487110 h 6858000"/>
              <a:gd name="connsiteX140" fmla="*/ 6081156 w 6568309"/>
              <a:gd name="connsiteY140" fmla="*/ 6588589 h 6858000"/>
              <a:gd name="connsiteX141" fmla="*/ 6114944 w 6568309"/>
              <a:gd name="connsiteY141" fmla="*/ 6769963 h 6858000"/>
              <a:gd name="connsiteX142" fmla="*/ 6128950 w 6568309"/>
              <a:gd name="connsiteY142" fmla="*/ 6835814 h 6858000"/>
              <a:gd name="connsiteX143" fmla="*/ 6132536 w 6568309"/>
              <a:gd name="connsiteY143" fmla="*/ 6858000 h 6858000"/>
              <a:gd name="connsiteX144" fmla="*/ 4789511 w 6568309"/>
              <a:gd name="connsiteY144" fmla="*/ 6858000 h 6858000"/>
              <a:gd name="connsiteX145" fmla="*/ 1866294 w 6568309"/>
              <a:gd name="connsiteY145" fmla="*/ 6858000 h 6858000"/>
              <a:gd name="connsiteX146" fmla="*/ 1705866 w 6568309"/>
              <a:gd name="connsiteY146" fmla="*/ 6858000 h 6858000"/>
              <a:gd name="connsiteX147" fmla="*/ 1343025 w 6568309"/>
              <a:gd name="connsiteY147" fmla="*/ 6858000 h 6858000"/>
              <a:gd name="connsiteX148" fmla="*/ 523269 w 6568309"/>
              <a:gd name="connsiteY148" fmla="*/ 6858000 h 6858000"/>
              <a:gd name="connsiteX149" fmla="*/ 362841 w 6568309"/>
              <a:gd name="connsiteY149" fmla="*/ 6858000 h 6858000"/>
              <a:gd name="connsiteX150" fmla="*/ 0 w 6568309"/>
              <a:gd name="connsiteY15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</a:cxnLst>
            <a:rect l="l" t="t" r="r" b="b"/>
            <a:pathLst>
              <a:path w="6568309" h="6858000">
                <a:moveTo>
                  <a:pt x="0" y="0"/>
                </a:moveTo>
                <a:lnTo>
                  <a:pt x="362841" y="0"/>
                </a:lnTo>
                <a:lnTo>
                  <a:pt x="523269" y="0"/>
                </a:lnTo>
                <a:lnTo>
                  <a:pt x="1343025" y="0"/>
                </a:lnTo>
                <a:lnTo>
                  <a:pt x="1705866" y="0"/>
                </a:lnTo>
                <a:lnTo>
                  <a:pt x="1866294" y="0"/>
                </a:lnTo>
                <a:lnTo>
                  <a:pt x="5225154" y="0"/>
                </a:lnTo>
                <a:lnTo>
                  <a:pt x="6568179" y="0"/>
                </a:lnTo>
                <a:lnTo>
                  <a:pt x="6568309" y="1"/>
                </a:lnTo>
                <a:lnTo>
                  <a:pt x="6562951" y="30700"/>
                </a:lnTo>
                <a:cubicBezTo>
                  <a:pt x="6559126" y="84364"/>
                  <a:pt x="6548218" y="241149"/>
                  <a:pt x="6547446" y="310025"/>
                </a:cubicBezTo>
                <a:cubicBezTo>
                  <a:pt x="6550151" y="367544"/>
                  <a:pt x="6557712" y="408251"/>
                  <a:pt x="6558316" y="443960"/>
                </a:cubicBezTo>
                <a:cubicBezTo>
                  <a:pt x="6555224" y="499397"/>
                  <a:pt x="6534767" y="604434"/>
                  <a:pt x="6528896" y="642659"/>
                </a:cubicBezTo>
                <a:cubicBezTo>
                  <a:pt x="6535204" y="657287"/>
                  <a:pt x="6515365" y="658191"/>
                  <a:pt x="6523095" y="673307"/>
                </a:cubicBezTo>
                <a:cubicBezTo>
                  <a:pt x="6523388" y="693769"/>
                  <a:pt x="6506868" y="797295"/>
                  <a:pt x="6496169" y="839641"/>
                </a:cubicBezTo>
                <a:cubicBezTo>
                  <a:pt x="6484119" y="887148"/>
                  <a:pt x="6457817" y="937731"/>
                  <a:pt x="6450789" y="958357"/>
                </a:cubicBezTo>
                <a:cubicBezTo>
                  <a:pt x="6443760" y="978983"/>
                  <a:pt x="6459217" y="936930"/>
                  <a:pt x="6453996" y="963398"/>
                </a:cubicBezTo>
                <a:cubicBezTo>
                  <a:pt x="6448777" y="989867"/>
                  <a:pt x="6425575" y="1087010"/>
                  <a:pt x="6419467" y="1117169"/>
                </a:cubicBezTo>
                <a:cubicBezTo>
                  <a:pt x="6431540" y="1118586"/>
                  <a:pt x="6409651" y="1135372"/>
                  <a:pt x="6417348" y="1144352"/>
                </a:cubicBezTo>
                <a:cubicBezTo>
                  <a:pt x="6424109" y="1150681"/>
                  <a:pt x="6419047" y="1157251"/>
                  <a:pt x="6418473" y="1164484"/>
                </a:cubicBezTo>
                <a:cubicBezTo>
                  <a:pt x="6423767" y="1173524"/>
                  <a:pt x="6413947" y="1205209"/>
                  <a:pt x="6406979" y="1213829"/>
                </a:cubicBezTo>
                <a:cubicBezTo>
                  <a:pt x="6382818" y="1235037"/>
                  <a:pt x="6400452" y="1277327"/>
                  <a:pt x="6381928" y="1294823"/>
                </a:cubicBezTo>
                <a:cubicBezTo>
                  <a:pt x="6379195" y="1300845"/>
                  <a:pt x="6378069" y="1306615"/>
                  <a:pt x="6377948" y="1312193"/>
                </a:cubicBezTo>
                <a:lnTo>
                  <a:pt x="6379894" y="1327626"/>
                </a:lnTo>
                <a:lnTo>
                  <a:pt x="6385024" y="1331644"/>
                </a:lnTo>
                <a:lnTo>
                  <a:pt x="6383696" y="1341276"/>
                </a:lnTo>
                <a:cubicBezTo>
                  <a:pt x="6383952" y="1342166"/>
                  <a:pt x="6384208" y="1343055"/>
                  <a:pt x="6384464" y="1343945"/>
                </a:cubicBezTo>
                <a:cubicBezTo>
                  <a:pt x="6385957" y="1349040"/>
                  <a:pt x="6387253" y="1354080"/>
                  <a:pt x="6387748" y="1359134"/>
                </a:cubicBezTo>
                <a:cubicBezTo>
                  <a:pt x="6384363" y="1373109"/>
                  <a:pt x="6372802" y="1397612"/>
                  <a:pt x="6364157" y="1427803"/>
                </a:cubicBezTo>
                <a:cubicBezTo>
                  <a:pt x="6348141" y="1460349"/>
                  <a:pt x="6348362" y="1505076"/>
                  <a:pt x="6335874" y="1540278"/>
                </a:cubicBezTo>
                <a:lnTo>
                  <a:pt x="6331892" y="1547262"/>
                </a:lnTo>
                <a:lnTo>
                  <a:pt x="6332744" y="1577056"/>
                </a:lnTo>
                <a:cubicBezTo>
                  <a:pt x="6335859" y="1582205"/>
                  <a:pt x="6336674" y="1589568"/>
                  <a:pt x="6333604" y="1595898"/>
                </a:cubicBezTo>
                <a:lnTo>
                  <a:pt x="6324749" y="1703726"/>
                </a:lnTo>
                <a:cubicBezTo>
                  <a:pt x="6324080" y="1739332"/>
                  <a:pt x="6318019" y="1754453"/>
                  <a:pt x="6329594" y="1809535"/>
                </a:cubicBezTo>
                <a:cubicBezTo>
                  <a:pt x="6344930" y="1868036"/>
                  <a:pt x="6323725" y="1952670"/>
                  <a:pt x="6329062" y="2018310"/>
                </a:cubicBezTo>
                <a:cubicBezTo>
                  <a:pt x="6308075" y="2053162"/>
                  <a:pt x="6326925" y="2034561"/>
                  <a:pt x="6321735" y="2071355"/>
                </a:cubicBezTo>
                <a:lnTo>
                  <a:pt x="6322678" y="2141166"/>
                </a:lnTo>
                <a:lnTo>
                  <a:pt x="6321340" y="2154548"/>
                </a:lnTo>
                <a:lnTo>
                  <a:pt x="6316582" y="2158153"/>
                </a:lnTo>
                <a:lnTo>
                  <a:pt x="6311428" y="2178174"/>
                </a:lnTo>
                <a:cubicBezTo>
                  <a:pt x="6310177" y="2185696"/>
                  <a:pt x="6309622" y="2193828"/>
                  <a:pt x="6310192" y="2202858"/>
                </a:cubicBezTo>
                <a:cubicBezTo>
                  <a:pt x="6319667" y="2232772"/>
                  <a:pt x="6296459" y="2283357"/>
                  <a:pt x="6309211" y="2320214"/>
                </a:cubicBezTo>
                <a:cubicBezTo>
                  <a:pt x="6307537" y="2355906"/>
                  <a:pt x="6302490" y="2394678"/>
                  <a:pt x="6300151" y="2417011"/>
                </a:cubicBezTo>
                <a:cubicBezTo>
                  <a:pt x="6292303" y="2426377"/>
                  <a:pt x="6304439" y="2456509"/>
                  <a:pt x="6295176" y="2454207"/>
                </a:cubicBezTo>
                <a:cubicBezTo>
                  <a:pt x="6299335" y="2464947"/>
                  <a:pt x="6297305" y="2476105"/>
                  <a:pt x="6293727" y="2487203"/>
                </a:cubicBezTo>
                <a:lnTo>
                  <a:pt x="6285477" y="2512282"/>
                </a:lnTo>
                <a:cubicBezTo>
                  <a:pt x="6285720" y="2512961"/>
                  <a:pt x="6285962" y="2513640"/>
                  <a:pt x="6286205" y="2514318"/>
                </a:cubicBezTo>
                <a:cubicBezTo>
                  <a:pt x="6292347" y="2534324"/>
                  <a:pt x="6298487" y="2554328"/>
                  <a:pt x="6304629" y="2574334"/>
                </a:cubicBezTo>
                <a:lnTo>
                  <a:pt x="6303842" y="2579877"/>
                </a:lnTo>
                <a:cubicBezTo>
                  <a:pt x="6303729" y="2585644"/>
                  <a:pt x="6304006" y="2603388"/>
                  <a:pt x="6303953" y="2608928"/>
                </a:cubicBezTo>
                <a:lnTo>
                  <a:pt x="6303530" y="2613111"/>
                </a:lnTo>
                <a:lnTo>
                  <a:pt x="6297474" y="2621996"/>
                </a:lnTo>
                <a:lnTo>
                  <a:pt x="6299263" y="2634265"/>
                </a:lnTo>
                <a:lnTo>
                  <a:pt x="6293065" y="2647237"/>
                </a:lnTo>
                <a:cubicBezTo>
                  <a:pt x="6294685" y="2648158"/>
                  <a:pt x="6296180" y="2649356"/>
                  <a:pt x="6297496" y="2650786"/>
                </a:cubicBezTo>
                <a:lnTo>
                  <a:pt x="6301708" y="2661993"/>
                </a:lnTo>
                <a:lnTo>
                  <a:pt x="6295884" y="2670949"/>
                </a:lnTo>
                <a:cubicBezTo>
                  <a:pt x="6304913" y="2672007"/>
                  <a:pt x="6294429" y="2681695"/>
                  <a:pt x="6291714" y="2690255"/>
                </a:cubicBezTo>
                <a:lnTo>
                  <a:pt x="6292327" y="2695683"/>
                </a:lnTo>
                <a:lnTo>
                  <a:pt x="6284410" y="2713964"/>
                </a:lnTo>
                <a:lnTo>
                  <a:pt x="6280410" y="2730175"/>
                </a:lnTo>
                <a:lnTo>
                  <a:pt x="6288082" y="2763497"/>
                </a:lnTo>
                <a:lnTo>
                  <a:pt x="6260924" y="3051539"/>
                </a:lnTo>
                <a:cubicBezTo>
                  <a:pt x="6251455" y="3165645"/>
                  <a:pt x="6222174" y="3216611"/>
                  <a:pt x="6210151" y="3335396"/>
                </a:cubicBezTo>
                <a:lnTo>
                  <a:pt x="6212034" y="3456509"/>
                </a:lnTo>
                <a:lnTo>
                  <a:pt x="6197490" y="3531827"/>
                </a:lnTo>
                <a:lnTo>
                  <a:pt x="6208018" y="3570877"/>
                </a:lnTo>
                <a:lnTo>
                  <a:pt x="6205920" y="3583849"/>
                </a:lnTo>
                <a:lnTo>
                  <a:pt x="6199616" y="3592763"/>
                </a:lnTo>
                <a:cubicBezTo>
                  <a:pt x="6191839" y="3613948"/>
                  <a:pt x="6196204" y="3641245"/>
                  <a:pt x="6181288" y="3653485"/>
                </a:cubicBezTo>
                <a:cubicBezTo>
                  <a:pt x="6178087" y="3659316"/>
                  <a:pt x="6176516" y="3664985"/>
                  <a:pt x="6175963" y="3670528"/>
                </a:cubicBezTo>
                <a:lnTo>
                  <a:pt x="6176722" y="3685990"/>
                </a:lnTo>
                <a:lnTo>
                  <a:pt x="6181549" y="3690283"/>
                </a:lnTo>
                <a:lnTo>
                  <a:pt x="6179476" y="3699787"/>
                </a:lnTo>
                <a:cubicBezTo>
                  <a:pt x="6179664" y="3700686"/>
                  <a:pt x="6179852" y="3701586"/>
                  <a:pt x="6180040" y="3702486"/>
                </a:cubicBezTo>
                <a:cubicBezTo>
                  <a:pt x="6181140" y="3707637"/>
                  <a:pt x="6182047" y="3712728"/>
                  <a:pt x="6182155" y="3717784"/>
                </a:cubicBezTo>
                <a:cubicBezTo>
                  <a:pt x="6156678" y="3711701"/>
                  <a:pt x="6178864" y="3759789"/>
                  <a:pt x="6158980" y="3746229"/>
                </a:cubicBezTo>
                <a:cubicBezTo>
                  <a:pt x="6144630" y="3780750"/>
                  <a:pt x="6117520" y="3867558"/>
                  <a:pt x="6096049" y="3924910"/>
                </a:cubicBezTo>
                <a:lnTo>
                  <a:pt x="6069712" y="3989353"/>
                </a:lnTo>
                <a:lnTo>
                  <a:pt x="6067330" y="4033899"/>
                </a:lnTo>
                <a:cubicBezTo>
                  <a:pt x="6065506" y="4070470"/>
                  <a:pt x="6063599" y="4110146"/>
                  <a:pt x="6061081" y="4142250"/>
                </a:cubicBezTo>
                <a:cubicBezTo>
                  <a:pt x="6055260" y="4200007"/>
                  <a:pt x="6045907" y="4278998"/>
                  <a:pt x="6042858" y="4329442"/>
                </a:cubicBezTo>
                <a:cubicBezTo>
                  <a:pt x="6038376" y="4381764"/>
                  <a:pt x="6036461" y="4433012"/>
                  <a:pt x="6034182" y="4456184"/>
                </a:cubicBezTo>
                <a:lnTo>
                  <a:pt x="6029178" y="4468478"/>
                </a:lnTo>
                <a:lnTo>
                  <a:pt x="6029974" y="4469862"/>
                </a:lnTo>
                <a:cubicBezTo>
                  <a:pt x="6031287" y="4476321"/>
                  <a:pt x="6030316" y="4480555"/>
                  <a:pt x="6028340" y="4483797"/>
                </a:cubicBezTo>
                <a:lnTo>
                  <a:pt x="6025168" y="4487091"/>
                </a:lnTo>
                <a:lnTo>
                  <a:pt x="6023164" y="4496728"/>
                </a:lnTo>
                <a:lnTo>
                  <a:pt x="6016839" y="4515918"/>
                </a:lnTo>
                <a:cubicBezTo>
                  <a:pt x="6017189" y="4517049"/>
                  <a:pt x="6017537" y="4518182"/>
                  <a:pt x="6017886" y="4519316"/>
                </a:cubicBezTo>
                <a:lnTo>
                  <a:pt x="6011819" y="4547957"/>
                </a:lnTo>
                <a:lnTo>
                  <a:pt x="6012791" y="4548262"/>
                </a:lnTo>
                <a:cubicBezTo>
                  <a:pt x="6014837" y="4549595"/>
                  <a:pt x="6016087" y="4551811"/>
                  <a:pt x="6015703" y="4555939"/>
                </a:cubicBezTo>
                <a:cubicBezTo>
                  <a:pt x="6031790" y="4548276"/>
                  <a:pt x="6021405" y="4557977"/>
                  <a:pt x="6018854" y="4570815"/>
                </a:cubicBezTo>
                <a:cubicBezTo>
                  <a:pt x="6021736" y="4583801"/>
                  <a:pt x="6030754" y="4622347"/>
                  <a:pt x="6033000" y="4633846"/>
                </a:cubicBezTo>
                <a:lnTo>
                  <a:pt x="6032325" y="4639816"/>
                </a:lnTo>
                <a:lnTo>
                  <a:pt x="6032549" y="4639923"/>
                </a:lnTo>
                <a:cubicBezTo>
                  <a:pt x="6032911" y="4641190"/>
                  <a:pt x="6032878" y="4643141"/>
                  <a:pt x="6032309" y="4646192"/>
                </a:cubicBezTo>
                <a:lnTo>
                  <a:pt x="6031095" y="4650706"/>
                </a:lnTo>
                <a:lnTo>
                  <a:pt x="6029786" y="4662290"/>
                </a:lnTo>
                <a:cubicBezTo>
                  <a:pt x="6030161" y="4663587"/>
                  <a:pt x="6030536" y="4664883"/>
                  <a:pt x="6030911" y="4666180"/>
                </a:cubicBezTo>
                <a:lnTo>
                  <a:pt x="6033630" y="4667585"/>
                </a:lnTo>
                <a:lnTo>
                  <a:pt x="6033189" y="4668660"/>
                </a:lnTo>
                <a:cubicBezTo>
                  <a:pt x="6027286" y="4676831"/>
                  <a:pt x="6019767" y="4679345"/>
                  <a:pt x="6038764" y="4689807"/>
                </a:cubicBezTo>
                <a:cubicBezTo>
                  <a:pt x="6028616" y="4708535"/>
                  <a:pt x="6040474" y="4712235"/>
                  <a:pt x="6042217" y="4737890"/>
                </a:cubicBezTo>
                <a:cubicBezTo>
                  <a:pt x="6033362" y="4748600"/>
                  <a:pt x="6035273" y="4757223"/>
                  <a:pt x="6040543" y="4765657"/>
                </a:cubicBezTo>
                <a:cubicBezTo>
                  <a:pt x="6034416" y="4790618"/>
                  <a:pt x="6040696" y="4813399"/>
                  <a:pt x="6039956" y="4841463"/>
                </a:cubicBezTo>
                <a:lnTo>
                  <a:pt x="6057123" y="4969863"/>
                </a:lnTo>
                <a:lnTo>
                  <a:pt x="6055039" y="4974028"/>
                </a:lnTo>
                <a:cubicBezTo>
                  <a:pt x="6053860" y="4976933"/>
                  <a:pt x="6053409" y="4978909"/>
                  <a:pt x="6053462" y="4980318"/>
                </a:cubicBezTo>
                <a:lnTo>
                  <a:pt x="6053643" y="4980501"/>
                </a:lnTo>
                <a:lnTo>
                  <a:pt x="6051733" y="4986338"/>
                </a:lnTo>
                <a:lnTo>
                  <a:pt x="6049602" y="4991296"/>
                </a:lnTo>
                <a:cubicBezTo>
                  <a:pt x="6058123" y="5019829"/>
                  <a:pt x="6066643" y="5048361"/>
                  <a:pt x="6075165" y="5076895"/>
                </a:cubicBezTo>
                <a:lnTo>
                  <a:pt x="6073751" y="5081568"/>
                </a:lnTo>
                <a:cubicBezTo>
                  <a:pt x="6073034" y="5084748"/>
                  <a:pt x="6072888" y="5086810"/>
                  <a:pt x="6073150" y="5088173"/>
                </a:cubicBezTo>
                <a:lnTo>
                  <a:pt x="6073355" y="5088300"/>
                </a:lnTo>
                <a:lnTo>
                  <a:pt x="6072362" y="5094558"/>
                </a:lnTo>
                <a:cubicBezTo>
                  <a:pt x="6070184" y="5105196"/>
                  <a:pt x="6067588" y="5115626"/>
                  <a:pt x="6064726" y="5125620"/>
                </a:cubicBezTo>
                <a:cubicBezTo>
                  <a:pt x="6063568" y="5154527"/>
                  <a:pt x="6065189" y="5244020"/>
                  <a:pt x="6065415" y="5268004"/>
                </a:cubicBezTo>
                <a:cubicBezTo>
                  <a:pt x="6065637" y="5268513"/>
                  <a:pt x="6065860" y="5269021"/>
                  <a:pt x="6066081" y="5269530"/>
                </a:cubicBezTo>
                <a:lnTo>
                  <a:pt x="6043407" y="5390941"/>
                </a:lnTo>
                <a:cubicBezTo>
                  <a:pt x="6032545" y="5438194"/>
                  <a:pt x="6020942" y="5465286"/>
                  <a:pt x="6025377" y="5539927"/>
                </a:cubicBezTo>
                <a:cubicBezTo>
                  <a:pt x="6019787" y="5610775"/>
                  <a:pt x="6013913" y="5740573"/>
                  <a:pt x="6010052" y="5791594"/>
                </a:cubicBezTo>
                <a:cubicBezTo>
                  <a:pt x="5989401" y="5787060"/>
                  <a:pt x="6018524" y="5849672"/>
                  <a:pt x="5994220" y="5855206"/>
                </a:cubicBezTo>
                <a:cubicBezTo>
                  <a:pt x="5995282" y="5860240"/>
                  <a:pt x="5980598" y="5868910"/>
                  <a:pt x="5982580" y="5873582"/>
                </a:cubicBezTo>
                <a:cubicBezTo>
                  <a:pt x="5982922" y="5874401"/>
                  <a:pt x="5983265" y="5875218"/>
                  <a:pt x="5983608" y="5876037"/>
                </a:cubicBezTo>
                <a:lnTo>
                  <a:pt x="5983535" y="5886534"/>
                </a:lnTo>
                <a:lnTo>
                  <a:pt x="5988737" y="5888644"/>
                </a:lnTo>
                <a:cubicBezTo>
                  <a:pt x="5989948" y="5893707"/>
                  <a:pt x="5991159" y="5898769"/>
                  <a:pt x="5992371" y="5903832"/>
                </a:cubicBezTo>
                <a:cubicBezTo>
                  <a:pt x="5992924" y="5909651"/>
                  <a:pt x="5992578" y="5916068"/>
                  <a:pt x="5990780" y="5923391"/>
                </a:cubicBezTo>
                <a:cubicBezTo>
                  <a:pt x="5975822" y="5948880"/>
                  <a:pt x="6013580" y="5981626"/>
                  <a:pt x="5993870" y="6013205"/>
                </a:cubicBezTo>
                <a:cubicBezTo>
                  <a:pt x="5988486" y="6024901"/>
                  <a:pt x="5991718" y="6066777"/>
                  <a:pt x="5997673" y="6074018"/>
                </a:cubicBezTo>
                <a:cubicBezTo>
                  <a:pt x="5998007" y="6081731"/>
                  <a:pt x="6007861" y="6126985"/>
                  <a:pt x="6014840" y="6130837"/>
                </a:cubicBezTo>
                <a:cubicBezTo>
                  <a:pt x="6022998" y="6137057"/>
                  <a:pt x="5999420" y="6156330"/>
                  <a:pt x="6010704" y="6152982"/>
                </a:cubicBezTo>
                <a:cubicBezTo>
                  <a:pt x="6008682" y="6186619"/>
                  <a:pt x="6039938" y="6191636"/>
                  <a:pt x="6038294" y="6221100"/>
                </a:cubicBezTo>
                <a:cubicBezTo>
                  <a:pt x="6039643" y="6222126"/>
                  <a:pt x="6046356" y="6257468"/>
                  <a:pt x="6052331" y="6287550"/>
                </a:cubicBezTo>
                <a:cubicBezTo>
                  <a:pt x="6058307" y="6317632"/>
                  <a:pt x="6082079" y="6391312"/>
                  <a:pt x="6074143" y="6401595"/>
                </a:cubicBezTo>
                <a:cubicBezTo>
                  <a:pt x="6074931" y="6423902"/>
                  <a:pt x="6059614" y="6432919"/>
                  <a:pt x="6060199" y="6487110"/>
                </a:cubicBezTo>
                <a:cubicBezTo>
                  <a:pt x="6075583" y="6574474"/>
                  <a:pt x="6076150" y="6553611"/>
                  <a:pt x="6081156" y="6588589"/>
                </a:cubicBezTo>
                <a:cubicBezTo>
                  <a:pt x="6102088" y="6637976"/>
                  <a:pt x="6067660" y="6687723"/>
                  <a:pt x="6114944" y="6769963"/>
                </a:cubicBezTo>
                <a:cubicBezTo>
                  <a:pt x="6130462" y="6819284"/>
                  <a:pt x="6119243" y="6817955"/>
                  <a:pt x="6128950" y="6835814"/>
                </a:cubicBezTo>
                <a:lnTo>
                  <a:pt x="6132536" y="6858000"/>
                </a:lnTo>
                <a:lnTo>
                  <a:pt x="4789511" y="6858000"/>
                </a:lnTo>
                <a:lnTo>
                  <a:pt x="1866294" y="6858000"/>
                </a:lnTo>
                <a:lnTo>
                  <a:pt x="1705866" y="6858000"/>
                </a:lnTo>
                <a:lnTo>
                  <a:pt x="1343025" y="6858000"/>
                </a:lnTo>
                <a:lnTo>
                  <a:pt x="523269" y="6858000"/>
                </a:lnTo>
                <a:lnTo>
                  <a:pt x="362841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ECB25D-E0C2-0CDF-7001-E29403B83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600"/>
            <a:ext cx="4784796" cy="1330840"/>
          </a:xfrm>
        </p:spPr>
        <p:txBody>
          <a:bodyPr>
            <a:normAutofit/>
          </a:bodyPr>
          <a:lstStyle/>
          <a:p>
            <a:r>
              <a:rPr lang="en-US" dirty="0" err="1"/>
              <a:t>Performanta</a:t>
            </a:r>
            <a:r>
              <a:rPr lang="en-US" dirty="0"/>
              <a:t> </a:t>
            </a:r>
            <a:r>
              <a:rPr lang="en-US" dirty="0" err="1"/>
              <a:t>Finala</a:t>
            </a:r>
            <a:endParaRPr lang="en-US" dirty="0"/>
          </a:p>
        </p:txBody>
      </p:sp>
      <p:pic>
        <p:nvPicPr>
          <p:cNvPr id="5" name="Content Placeholder 4" descr="A diagram of a graph&#10;&#10;AI-generated content may be incorrect.">
            <a:extLst>
              <a:ext uri="{FF2B5EF4-FFF2-40B4-BE49-F238E27FC236}">
                <a16:creationId xmlns:a16="http://schemas.microsoft.com/office/drawing/2014/main" id="{84253CBD-C31E-9E49-7DED-6EE5001FC3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0610" y="1663489"/>
            <a:ext cx="4737650" cy="3553237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C522F226-93C6-85B1-5652-2C1901ECA00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36650" y="2193925"/>
            <a:ext cx="4438650" cy="3908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Acuratete Finala: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92.44%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(Target depasit).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F1-Score: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0.9263.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Timp de Raspuns: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~2ms per student (Extrem de rapid).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Concluzie Matrice: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Notele de 0.0 si 5.0 sunt detectate aproape perfect.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Confuziile exista doar in zona de mijloc (4.0 vs 5.0).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101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E8A42B-E13B-8940-ADFC-F4D2F718A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Analiza Erorilor</a:t>
            </a:r>
          </a:p>
        </p:txBody>
      </p:sp>
      <p:sp>
        <p:nvSpPr>
          <p:cNvPr id="13" name="Arc 12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200F7D5-B2AB-989F-7049-9A290CB5A61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370153" y="1526033"/>
            <a:ext cx="5536397" cy="393528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Unde greseste modelul?</a:t>
            </a:r>
            <a:endParaRPr kumimoji="0" lang="en-US" altLang="en-US" sz="22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Confunda uneori nota 5.0 cu 4.0 (~15% cazuri).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De ce? (Analiza Cauzala):</a:t>
            </a:r>
            <a:endParaRPr kumimoji="0" lang="en-US" altLang="en-US" sz="22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Limitarea TF-IDF: Daca studentul foloseste un sinonim corect care nu a fost in antrenare, distanta matematica creste.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Impact:</a:t>
            </a:r>
            <a:r>
              <a:rPr kumimoji="0" lang="en-US" altLang="en-US" sz="22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Este un sistem </a:t>
            </a:r>
            <a:r>
              <a:rPr kumimoji="0" lang="en-US" altLang="en-US" sz="22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"Fail-Safe"</a:t>
            </a:r>
            <a:r>
              <a:rPr kumimoji="0" lang="en-US" altLang="en-US" sz="22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Preferam sa fim "prudenti" (sa dam 4 in loc de 5) decat sa dam puncte nemeritate.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sz="22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44263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F821940F-7A1D-4ACC-85B4-A932898AB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6674508-81D3-48CF-96BF-7FC60EAA5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741994" cy="6858000"/>
          </a:xfrm>
          <a:custGeom>
            <a:avLst/>
            <a:gdLst>
              <a:gd name="connsiteX0" fmla="*/ 0 w 6568309"/>
              <a:gd name="connsiteY0" fmla="*/ 0 h 6858000"/>
              <a:gd name="connsiteX1" fmla="*/ 362841 w 6568309"/>
              <a:gd name="connsiteY1" fmla="*/ 0 h 6858000"/>
              <a:gd name="connsiteX2" fmla="*/ 523269 w 6568309"/>
              <a:gd name="connsiteY2" fmla="*/ 0 h 6858000"/>
              <a:gd name="connsiteX3" fmla="*/ 1343025 w 6568309"/>
              <a:gd name="connsiteY3" fmla="*/ 0 h 6858000"/>
              <a:gd name="connsiteX4" fmla="*/ 1705866 w 6568309"/>
              <a:gd name="connsiteY4" fmla="*/ 0 h 6858000"/>
              <a:gd name="connsiteX5" fmla="*/ 1866294 w 6568309"/>
              <a:gd name="connsiteY5" fmla="*/ 0 h 6858000"/>
              <a:gd name="connsiteX6" fmla="*/ 5225154 w 6568309"/>
              <a:gd name="connsiteY6" fmla="*/ 0 h 6858000"/>
              <a:gd name="connsiteX7" fmla="*/ 6568179 w 6568309"/>
              <a:gd name="connsiteY7" fmla="*/ 0 h 6858000"/>
              <a:gd name="connsiteX8" fmla="*/ 6568309 w 6568309"/>
              <a:gd name="connsiteY8" fmla="*/ 1 h 6858000"/>
              <a:gd name="connsiteX9" fmla="*/ 6562951 w 6568309"/>
              <a:gd name="connsiteY9" fmla="*/ 30700 h 6858000"/>
              <a:gd name="connsiteX10" fmla="*/ 6547446 w 6568309"/>
              <a:gd name="connsiteY10" fmla="*/ 310025 h 6858000"/>
              <a:gd name="connsiteX11" fmla="*/ 6558316 w 6568309"/>
              <a:gd name="connsiteY11" fmla="*/ 443960 h 6858000"/>
              <a:gd name="connsiteX12" fmla="*/ 6528896 w 6568309"/>
              <a:gd name="connsiteY12" fmla="*/ 642659 h 6858000"/>
              <a:gd name="connsiteX13" fmla="*/ 6523095 w 6568309"/>
              <a:gd name="connsiteY13" fmla="*/ 673307 h 6858000"/>
              <a:gd name="connsiteX14" fmla="*/ 6496169 w 6568309"/>
              <a:gd name="connsiteY14" fmla="*/ 839641 h 6858000"/>
              <a:gd name="connsiteX15" fmla="*/ 6450789 w 6568309"/>
              <a:gd name="connsiteY15" fmla="*/ 958357 h 6858000"/>
              <a:gd name="connsiteX16" fmla="*/ 6453996 w 6568309"/>
              <a:gd name="connsiteY16" fmla="*/ 963398 h 6858000"/>
              <a:gd name="connsiteX17" fmla="*/ 6419467 w 6568309"/>
              <a:gd name="connsiteY17" fmla="*/ 1117169 h 6858000"/>
              <a:gd name="connsiteX18" fmla="*/ 6417348 w 6568309"/>
              <a:gd name="connsiteY18" fmla="*/ 1144352 h 6858000"/>
              <a:gd name="connsiteX19" fmla="*/ 6418473 w 6568309"/>
              <a:gd name="connsiteY19" fmla="*/ 1164484 h 6858000"/>
              <a:gd name="connsiteX20" fmla="*/ 6406979 w 6568309"/>
              <a:gd name="connsiteY20" fmla="*/ 1213829 h 6858000"/>
              <a:gd name="connsiteX21" fmla="*/ 6381928 w 6568309"/>
              <a:gd name="connsiteY21" fmla="*/ 1294823 h 6858000"/>
              <a:gd name="connsiteX22" fmla="*/ 6377948 w 6568309"/>
              <a:gd name="connsiteY22" fmla="*/ 1312193 h 6858000"/>
              <a:gd name="connsiteX23" fmla="*/ 6379894 w 6568309"/>
              <a:gd name="connsiteY23" fmla="*/ 1327626 h 6858000"/>
              <a:gd name="connsiteX24" fmla="*/ 6385024 w 6568309"/>
              <a:gd name="connsiteY24" fmla="*/ 1331644 h 6858000"/>
              <a:gd name="connsiteX25" fmla="*/ 6383696 w 6568309"/>
              <a:gd name="connsiteY25" fmla="*/ 1341276 h 6858000"/>
              <a:gd name="connsiteX26" fmla="*/ 6384464 w 6568309"/>
              <a:gd name="connsiteY26" fmla="*/ 1343945 h 6858000"/>
              <a:gd name="connsiteX27" fmla="*/ 6387748 w 6568309"/>
              <a:gd name="connsiteY27" fmla="*/ 1359134 h 6858000"/>
              <a:gd name="connsiteX28" fmla="*/ 6364157 w 6568309"/>
              <a:gd name="connsiteY28" fmla="*/ 1427803 h 6858000"/>
              <a:gd name="connsiteX29" fmla="*/ 6335874 w 6568309"/>
              <a:gd name="connsiteY29" fmla="*/ 1540278 h 6858000"/>
              <a:gd name="connsiteX30" fmla="*/ 6331892 w 6568309"/>
              <a:gd name="connsiteY30" fmla="*/ 1547262 h 6858000"/>
              <a:gd name="connsiteX31" fmla="*/ 6332744 w 6568309"/>
              <a:gd name="connsiteY31" fmla="*/ 1577056 h 6858000"/>
              <a:gd name="connsiteX32" fmla="*/ 6333604 w 6568309"/>
              <a:gd name="connsiteY32" fmla="*/ 1595898 h 6858000"/>
              <a:gd name="connsiteX33" fmla="*/ 6324749 w 6568309"/>
              <a:gd name="connsiteY33" fmla="*/ 1703726 h 6858000"/>
              <a:gd name="connsiteX34" fmla="*/ 6329594 w 6568309"/>
              <a:gd name="connsiteY34" fmla="*/ 1809535 h 6858000"/>
              <a:gd name="connsiteX35" fmla="*/ 6329062 w 6568309"/>
              <a:gd name="connsiteY35" fmla="*/ 2018310 h 6858000"/>
              <a:gd name="connsiteX36" fmla="*/ 6321735 w 6568309"/>
              <a:gd name="connsiteY36" fmla="*/ 2071355 h 6858000"/>
              <a:gd name="connsiteX37" fmla="*/ 6322678 w 6568309"/>
              <a:gd name="connsiteY37" fmla="*/ 2141166 h 6858000"/>
              <a:gd name="connsiteX38" fmla="*/ 6321340 w 6568309"/>
              <a:gd name="connsiteY38" fmla="*/ 2154548 h 6858000"/>
              <a:gd name="connsiteX39" fmla="*/ 6316582 w 6568309"/>
              <a:gd name="connsiteY39" fmla="*/ 2158153 h 6858000"/>
              <a:gd name="connsiteX40" fmla="*/ 6311428 w 6568309"/>
              <a:gd name="connsiteY40" fmla="*/ 2178174 h 6858000"/>
              <a:gd name="connsiteX41" fmla="*/ 6310192 w 6568309"/>
              <a:gd name="connsiteY41" fmla="*/ 2202858 h 6858000"/>
              <a:gd name="connsiteX42" fmla="*/ 6309211 w 6568309"/>
              <a:gd name="connsiteY42" fmla="*/ 2320214 h 6858000"/>
              <a:gd name="connsiteX43" fmla="*/ 6300151 w 6568309"/>
              <a:gd name="connsiteY43" fmla="*/ 2417011 h 6858000"/>
              <a:gd name="connsiteX44" fmla="*/ 6295176 w 6568309"/>
              <a:gd name="connsiteY44" fmla="*/ 2454207 h 6858000"/>
              <a:gd name="connsiteX45" fmla="*/ 6293727 w 6568309"/>
              <a:gd name="connsiteY45" fmla="*/ 2487203 h 6858000"/>
              <a:gd name="connsiteX46" fmla="*/ 6285477 w 6568309"/>
              <a:gd name="connsiteY46" fmla="*/ 2512282 h 6858000"/>
              <a:gd name="connsiteX47" fmla="*/ 6286205 w 6568309"/>
              <a:gd name="connsiteY47" fmla="*/ 2514318 h 6858000"/>
              <a:gd name="connsiteX48" fmla="*/ 6304629 w 6568309"/>
              <a:gd name="connsiteY48" fmla="*/ 2574334 h 6858000"/>
              <a:gd name="connsiteX49" fmla="*/ 6303842 w 6568309"/>
              <a:gd name="connsiteY49" fmla="*/ 2579877 h 6858000"/>
              <a:gd name="connsiteX50" fmla="*/ 6303953 w 6568309"/>
              <a:gd name="connsiteY50" fmla="*/ 2608928 h 6858000"/>
              <a:gd name="connsiteX51" fmla="*/ 6303530 w 6568309"/>
              <a:gd name="connsiteY51" fmla="*/ 2613111 h 6858000"/>
              <a:gd name="connsiteX52" fmla="*/ 6297474 w 6568309"/>
              <a:gd name="connsiteY52" fmla="*/ 2621996 h 6858000"/>
              <a:gd name="connsiteX53" fmla="*/ 6299263 w 6568309"/>
              <a:gd name="connsiteY53" fmla="*/ 2634265 h 6858000"/>
              <a:gd name="connsiteX54" fmla="*/ 6293065 w 6568309"/>
              <a:gd name="connsiteY54" fmla="*/ 2647237 h 6858000"/>
              <a:gd name="connsiteX55" fmla="*/ 6297496 w 6568309"/>
              <a:gd name="connsiteY55" fmla="*/ 2650786 h 6858000"/>
              <a:gd name="connsiteX56" fmla="*/ 6301708 w 6568309"/>
              <a:gd name="connsiteY56" fmla="*/ 2661993 h 6858000"/>
              <a:gd name="connsiteX57" fmla="*/ 6295884 w 6568309"/>
              <a:gd name="connsiteY57" fmla="*/ 2670949 h 6858000"/>
              <a:gd name="connsiteX58" fmla="*/ 6291714 w 6568309"/>
              <a:gd name="connsiteY58" fmla="*/ 2690255 h 6858000"/>
              <a:gd name="connsiteX59" fmla="*/ 6292327 w 6568309"/>
              <a:gd name="connsiteY59" fmla="*/ 2695683 h 6858000"/>
              <a:gd name="connsiteX60" fmla="*/ 6284410 w 6568309"/>
              <a:gd name="connsiteY60" fmla="*/ 2713964 h 6858000"/>
              <a:gd name="connsiteX61" fmla="*/ 6280410 w 6568309"/>
              <a:gd name="connsiteY61" fmla="*/ 2730175 h 6858000"/>
              <a:gd name="connsiteX62" fmla="*/ 6288082 w 6568309"/>
              <a:gd name="connsiteY62" fmla="*/ 2763497 h 6858000"/>
              <a:gd name="connsiteX63" fmla="*/ 6260924 w 6568309"/>
              <a:gd name="connsiteY63" fmla="*/ 3051539 h 6858000"/>
              <a:gd name="connsiteX64" fmla="*/ 6210151 w 6568309"/>
              <a:gd name="connsiteY64" fmla="*/ 3335396 h 6858000"/>
              <a:gd name="connsiteX65" fmla="*/ 6212034 w 6568309"/>
              <a:gd name="connsiteY65" fmla="*/ 3456509 h 6858000"/>
              <a:gd name="connsiteX66" fmla="*/ 6197490 w 6568309"/>
              <a:gd name="connsiteY66" fmla="*/ 3531827 h 6858000"/>
              <a:gd name="connsiteX67" fmla="*/ 6208018 w 6568309"/>
              <a:gd name="connsiteY67" fmla="*/ 3570877 h 6858000"/>
              <a:gd name="connsiteX68" fmla="*/ 6205920 w 6568309"/>
              <a:gd name="connsiteY68" fmla="*/ 3583849 h 6858000"/>
              <a:gd name="connsiteX69" fmla="*/ 6199616 w 6568309"/>
              <a:gd name="connsiteY69" fmla="*/ 3592763 h 6858000"/>
              <a:gd name="connsiteX70" fmla="*/ 6181288 w 6568309"/>
              <a:gd name="connsiteY70" fmla="*/ 3653485 h 6858000"/>
              <a:gd name="connsiteX71" fmla="*/ 6175963 w 6568309"/>
              <a:gd name="connsiteY71" fmla="*/ 3670528 h 6858000"/>
              <a:gd name="connsiteX72" fmla="*/ 6176722 w 6568309"/>
              <a:gd name="connsiteY72" fmla="*/ 3685990 h 6858000"/>
              <a:gd name="connsiteX73" fmla="*/ 6181549 w 6568309"/>
              <a:gd name="connsiteY73" fmla="*/ 3690283 h 6858000"/>
              <a:gd name="connsiteX74" fmla="*/ 6179476 w 6568309"/>
              <a:gd name="connsiteY74" fmla="*/ 3699787 h 6858000"/>
              <a:gd name="connsiteX75" fmla="*/ 6180040 w 6568309"/>
              <a:gd name="connsiteY75" fmla="*/ 3702486 h 6858000"/>
              <a:gd name="connsiteX76" fmla="*/ 6182155 w 6568309"/>
              <a:gd name="connsiteY76" fmla="*/ 3717784 h 6858000"/>
              <a:gd name="connsiteX77" fmla="*/ 6158980 w 6568309"/>
              <a:gd name="connsiteY77" fmla="*/ 3746229 h 6858000"/>
              <a:gd name="connsiteX78" fmla="*/ 6096049 w 6568309"/>
              <a:gd name="connsiteY78" fmla="*/ 3924910 h 6858000"/>
              <a:gd name="connsiteX79" fmla="*/ 6069712 w 6568309"/>
              <a:gd name="connsiteY79" fmla="*/ 3989353 h 6858000"/>
              <a:gd name="connsiteX80" fmla="*/ 6067330 w 6568309"/>
              <a:gd name="connsiteY80" fmla="*/ 4033899 h 6858000"/>
              <a:gd name="connsiteX81" fmla="*/ 6061081 w 6568309"/>
              <a:gd name="connsiteY81" fmla="*/ 4142250 h 6858000"/>
              <a:gd name="connsiteX82" fmla="*/ 6042858 w 6568309"/>
              <a:gd name="connsiteY82" fmla="*/ 4329442 h 6858000"/>
              <a:gd name="connsiteX83" fmla="*/ 6034182 w 6568309"/>
              <a:gd name="connsiteY83" fmla="*/ 4456184 h 6858000"/>
              <a:gd name="connsiteX84" fmla="*/ 6029178 w 6568309"/>
              <a:gd name="connsiteY84" fmla="*/ 4468478 h 6858000"/>
              <a:gd name="connsiteX85" fmla="*/ 6029974 w 6568309"/>
              <a:gd name="connsiteY85" fmla="*/ 4469862 h 6858000"/>
              <a:gd name="connsiteX86" fmla="*/ 6028340 w 6568309"/>
              <a:gd name="connsiteY86" fmla="*/ 4483797 h 6858000"/>
              <a:gd name="connsiteX87" fmla="*/ 6025168 w 6568309"/>
              <a:gd name="connsiteY87" fmla="*/ 4487091 h 6858000"/>
              <a:gd name="connsiteX88" fmla="*/ 6023164 w 6568309"/>
              <a:gd name="connsiteY88" fmla="*/ 4496728 h 6858000"/>
              <a:gd name="connsiteX89" fmla="*/ 6016839 w 6568309"/>
              <a:gd name="connsiteY89" fmla="*/ 4515918 h 6858000"/>
              <a:gd name="connsiteX90" fmla="*/ 6017886 w 6568309"/>
              <a:gd name="connsiteY90" fmla="*/ 4519316 h 6858000"/>
              <a:gd name="connsiteX91" fmla="*/ 6011819 w 6568309"/>
              <a:gd name="connsiteY91" fmla="*/ 4547957 h 6858000"/>
              <a:gd name="connsiteX92" fmla="*/ 6012791 w 6568309"/>
              <a:gd name="connsiteY92" fmla="*/ 4548262 h 6858000"/>
              <a:gd name="connsiteX93" fmla="*/ 6015703 w 6568309"/>
              <a:gd name="connsiteY93" fmla="*/ 4555939 h 6858000"/>
              <a:gd name="connsiteX94" fmla="*/ 6018854 w 6568309"/>
              <a:gd name="connsiteY94" fmla="*/ 4570815 h 6858000"/>
              <a:gd name="connsiteX95" fmla="*/ 6033000 w 6568309"/>
              <a:gd name="connsiteY95" fmla="*/ 4633846 h 6858000"/>
              <a:gd name="connsiteX96" fmla="*/ 6032325 w 6568309"/>
              <a:gd name="connsiteY96" fmla="*/ 4639816 h 6858000"/>
              <a:gd name="connsiteX97" fmla="*/ 6032549 w 6568309"/>
              <a:gd name="connsiteY97" fmla="*/ 4639923 h 6858000"/>
              <a:gd name="connsiteX98" fmla="*/ 6032309 w 6568309"/>
              <a:gd name="connsiteY98" fmla="*/ 4646192 h 6858000"/>
              <a:gd name="connsiteX99" fmla="*/ 6031095 w 6568309"/>
              <a:gd name="connsiteY99" fmla="*/ 4650706 h 6858000"/>
              <a:gd name="connsiteX100" fmla="*/ 6029786 w 6568309"/>
              <a:gd name="connsiteY100" fmla="*/ 4662290 h 6858000"/>
              <a:gd name="connsiteX101" fmla="*/ 6030911 w 6568309"/>
              <a:gd name="connsiteY101" fmla="*/ 4666180 h 6858000"/>
              <a:gd name="connsiteX102" fmla="*/ 6033630 w 6568309"/>
              <a:gd name="connsiteY102" fmla="*/ 4667585 h 6858000"/>
              <a:gd name="connsiteX103" fmla="*/ 6033189 w 6568309"/>
              <a:gd name="connsiteY103" fmla="*/ 4668660 h 6858000"/>
              <a:gd name="connsiteX104" fmla="*/ 6038764 w 6568309"/>
              <a:gd name="connsiteY104" fmla="*/ 4689807 h 6858000"/>
              <a:gd name="connsiteX105" fmla="*/ 6042217 w 6568309"/>
              <a:gd name="connsiteY105" fmla="*/ 4737890 h 6858000"/>
              <a:gd name="connsiteX106" fmla="*/ 6040543 w 6568309"/>
              <a:gd name="connsiteY106" fmla="*/ 4765657 h 6858000"/>
              <a:gd name="connsiteX107" fmla="*/ 6039956 w 6568309"/>
              <a:gd name="connsiteY107" fmla="*/ 4841463 h 6858000"/>
              <a:gd name="connsiteX108" fmla="*/ 6057123 w 6568309"/>
              <a:gd name="connsiteY108" fmla="*/ 4969863 h 6858000"/>
              <a:gd name="connsiteX109" fmla="*/ 6055039 w 6568309"/>
              <a:gd name="connsiteY109" fmla="*/ 4974028 h 6858000"/>
              <a:gd name="connsiteX110" fmla="*/ 6053462 w 6568309"/>
              <a:gd name="connsiteY110" fmla="*/ 4980318 h 6858000"/>
              <a:gd name="connsiteX111" fmla="*/ 6053643 w 6568309"/>
              <a:gd name="connsiteY111" fmla="*/ 4980501 h 6858000"/>
              <a:gd name="connsiteX112" fmla="*/ 6051733 w 6568309"/>
              <a:gd name="connsiteY112" fmla="*/ 4986338 h 6858000"/>
              <a:gd name="connsiteX113" fmla="*/ 6049602 w 6568309"/>
              <a:gd name="connsiteY113" fmla="*/ 4991296 h 6858000"/>
              <a:gd name="connsiteX114" fmla="*/ 6075165 w 6568309"/>
              <a:gd name="connsiteY114" fmla="*/ 5076895 h 6858000"/>
              <a:gd name="connsiteX115" fmla="*/ 6073751 w 6568309"/>
              <a:gd name="connsiteY115" fmla="*/ 5081568 h 6858000"/>
              <a:gd name="connsiteX116" fmla="*/ 6073150 w 6568309"/>
              <a:gd name="connsiteY116" fmla="*/ 5088173 h 6858000"/>
              <a:gd name="connsiteX117" fmla="*/ 6073355 w 6568309"/>
              <a:gd name="connsiteY117" fmla="*/ 5088300 h 6858000"/>
              <a:gd name="connsiteX118" fmla="*/ 6072362 w 6568309"/>
              <a:gd name="connsiteY118" fmla="*/ 5094558 h 6858000"/>
              <a:gd name="connsiteX119" fmla="*/ 6064726 w 6568309"/>
              <a:gd name="connsiteY119" fmla="*/ 5125620 h 6858000"/>
              <a:gd name="connsiteX120" fmla="*/ 6065415 w 6568309"/>
              <a:gd name="connsiteY120" fmla="*/ 5268004 h 6858000"/>
              <a:gd name="connsiteX121" fmla="*/ 6066081 w 6568309"/>
              <a:gd name="connsiteY121" fmla="*/ 5269530 h 6858000"/>
              <a:gd name="connsiteX122" fmla="*/ 6043407 w 6568309"/>
              <a:gd name="connsiteY122" fmla="*/ 5390941 h 6858000"/>
              <a:gd name="connsiteX123" fmla="*/ 6025377 w 6568309"/>
              <a:gd name="connsiteY123" fmla="*/ 5539927 h 6858000"/>
              <a:gd name="connsiteX124" fmla="*/ 6010052 w 6568309"/>
              <a:gd name="connsiteY124" fmla="*/ 5791594 h 6858000"/>
              <a:gd name="connsiteX125" fmla="*/ 5994220 w 6568309"/>
              <a:gd name="connsiteY125" fmla="*/ 5855206 h 6858000"/>
              <a:gd name="connsiteX126" fmla="*/ 5982580 w 6568309"/>
              <a:gd name="connsiteY126" fmla="*/ 5873582 h 6858000"/>
              <a:gd name="connsiteX127" fmla="*/ 5983608 w 6568309"/>
              <a:gd name="connsiteY127" fmla="*/ 5876037 h 6858000"/>
              <a:gd name="connsiteX128" fmla="*/ 5983535 w 6568309"/>
              <a:gd name="connsiteY128" fmla="*/ 5886534 h 6858000"/>
              <a:gd name="connsiteX129" fmla="*/ 5988737 w 6568309"/>
              <a:gd name="connsiteY129" fmla="*/ 5888644 h 6858000"/>
              <a:gd name="connsiteX130" fmla="*/ 5992371 w 6568309"/>
              <a:gd name="connsiteY130" fmla="*/ 5903832 h 6858000"/>
              <a:gd name="connsiteX131" fmla="*/ 5990780 w 6568309"/>
              <a:gd name="connsiteY131" fmla="*/ 5923391 h 6858000"/>
              <a:gd name="connsiteX132" fmla="*/ 5993870 w 6568309"/>
              <a:gd name="connsiteY132" fmla="*/ 6013205 h 6858000"/>
              <a:gd name="connsiteX133" fmla="*/ 5997673 w 6568309"/>
              <a:gd name="connsiteY133" fmla="*/ 6074018 h 6858000"/>
              <a:gd name="connsiteX134" fmla="*/ 6014840 w 6568309"/>
              <a:gd name="connsiteY134" fmla="*/ 6130837 h 6858000"/>
              <a:gd name="connsiteX135" fmla="*/ 6010704 w 6568309"/>
              <a:gd name="connsiteY135" fmla="*/ 6152982 h 6858000"/>
              <a:gd name="connsiteX136" fmla="*/ 6038294 w 6568309"/>
              <a:gd name="connsiteY136" fmla="*/ 6221100 h 6858000"/>
              <a:gd name="connsiteX137" fmla="*/ 6052331 w 6568309"/>
              <a:gd name="connsiteY137" fmla="*/ 6287550 h 6858000"/>
              <a:gd name="connsiteX138" fmla="*/ 6074143 w 6568309"/>
              <a:gd name="connsiteY138" fmla="*/ 6401595 h 6858000"/>
              <a:gd name="connsiteX139" fmla="*/ 6060199 w 6568309"/>
              <a:gd name="connsiteY139" fmla="*/ 6487110 h 6858000"/>
              <a:gd name="connsiteX140" fmla="*/ 6081156 w 6568309"/>
              <a:gd name="connsiteY140" fmla="*/ 6588589 h 6858000"/>
              <a:gd name="connsiteX141" fmla="*/ 6114944 w 6568309"/>
              <a:gd name="connsiteY141" fmla="*/ 6769963 h 6858000"/>
              <a:gd name="connsiteX142" fmla="*/ 6128950 w 6568309"/>
              <a:gd name="connsiteY142" fmla="*/ 6835814 h 6858000"/>
              <a:gd name="connsiteX143" fmla="*/ 6132536 w 6568309"/>
              <a:gd name="connsiteY143" fmla="*/ 6858000 h 6858000"/>
              <a:gd name="connsiteX144" fmla="*/ 4789511 w 6568309"/>
              <a:gd name="connsiteY144" fmla="*/ 6858000 h 6858000"/>
              <a:gd name="connsiteX145" fmla="*/ 1866294 w 6568309"/>
              <a:gd name="connsiteY145" fmla="*/ 6858000 h 6858000"/>
              <a:gd name="connsiteX146" fmla="*/ 1705866 w 6568309"/>
              <a:gd name="connsiteY146" fmla="*/ 6858000 h 6858000"/>
              <a:gd name="connsiteX147" fmla="*/ 1343025 w 6568309"/>
              <a:gd name="connsiteY147" fmla="*/ 6858000 h 6858000"/>
              <a:gd name="connsiteX148" fmla="*/ 523269 w 6568309"/>
              <a:gd name="connsiteY148" fmla="*/ 6858000 h 6858000"/>
              <a:gd name="connsiteX149" fmla="*/ 362841 w 6568309"/>
              <a:gd name="connsiteY149" fmla="*/ 6858000 h 6858000"/>
              <a:gd name="connsiteX150" fmla="*/ 0 w 6568309"/>
              <a:gd name="connsiteY15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</a:cxnLst>
            <a:rect l="l" t="t" r="r" b="b"/>
            <a:pathLst>
              <a:path w="6568309" h="6858000">
                <a:moveTo>
                  <a:pt x="0" y="0"/>
                </a:moveTo>
                <a:lnTo>
                  <a:pt x="362841" y="0"/>
                </a:lnTo>
                <a:lnTo>
                  <a:pt x="523269" y="0"/>
                </a:lnTo>
                <a:lnTo>
                  <a:pt x="1343025" y="0"/>
                </a:lnTo>
                <a:lnTo>
                  <a:pt x="1705866" y="0"/>
                </a:lnTo>
                <a:lnTo>
                  <a:pt x="1866294" y="0"/>
                </a:lnTo>
                <a:lnTo>
                  <a:pt x="5225154" y="0"/>
                </a:lnTo>
                <a:lnTo>
                  <a:pt x="6568179" y="0"/>
                </a:lnTo>
                <a:lnTo>
                  <a:pt x="6568309" y="1"/>
                </a:lnTo>
                <a:lnTo>
                  <a:pt x="6562951" y="30700"/>
                </a:lnTo>
                <a:cubicBezTo>
                  <a:pt x="6559126" y="84364"/>
                  <a:pt x="6548218" y="241149"/>
                  <a:pt x="6547446" y="310025"/>
                </a:cubicBezTo>
                <a:cubicBezTo>
                  <a:pt x="6550151" y="367544"/>
                  <a:pt x="6557712" y="408251"/>
                  <a:pt x="6558316" y="443960"/>
                </a:cubicBezTo>
                <a:cubicBezTo>
                  <a:pt x="6555224" y="499397"/>
                  <a:pt x="6534767" y="604434"/>
                  <a:pt x="6528896" y="642659"/>
                </a:cubicBezTo>
                <a:cubicBezTo>
                  <a:pt x="6535204" y="657287"/>
                  <a:pt x="6515365" y="658191"/>
                  <a:pt x="6523095" y="673307"/>
                </a:cubicBezTo>
                <a:cubicBezTo>
                  <a:pt x="6523388" y="693769"/>
                  <a:pt x="6506868" y="797295"/>
                  <a:pt x="6496169" y="839641"/>
                </a:cubicBezTo>
                <a:cubicBezTo>
                  <a:pt x="6484119" y="887148"/>
                  <a:pt x="6457817" y="937731"/>
                  <a:pt x="6450789" y="958357"/>
                </a:cubicBezTo>
                <a:cubicBezTo>
                  <a:pt x="6443760" y="978983"/>
                  <a:pt x="6459217" y="936930"/>
                  <a:pt x="6453996" y="963398"/>
                </a:cubicBezTo>
                <a:cubicBezTo>
                  <a:pt x="6448777" y="989867"/>
                  <a:pt x="6425575" y="1087010"/>
                  <a:pt x="6419467" y="1117169"/>
                </a:cubicBezTo>
                <a:cubicBezTo>
                  <a:pt x="6431540" y="1118586"/>
                  <a:pt x="6409651" y="1135372"/>
                  <a:pt x="6417348" y="1144352"/>
                </a:cubicBezTo>
                <a:cubicBezTo>
                  <a:pt x="6424109" y="1150681"/>
                  <a:pt x="6419047" y="1157251"/>
                  <a:pt x="6418473" y="1164484"/>
                </a:cubicBezTo>
                <a:cubicBezTo>
                  <a:pt x="6423767" y="1173524"/>
                  <a:pt x="6413947" y="1205209"/>
                  <a:pt x="6406979" y="1213829"/>
                </a:cubicBezTo>
                <a:cubicBezTo>
                  <a:pt x="6382818" y="1235037"/>
                  <a:pt x="6400452" y="1277327"/>
                  <a:pt x="6381928" y="1294823"/>
                </a:cubicBezTo>
                <a:cubicBezTo>
                  <a:pt x="6379195" y="1300845"/>
                  <a:pt x="6378069" y="1306615"/>
                  <a:pt x="6377948" y="1312193"/>
                </a:cubicBezTo>
                <a:lnTo>
                  <a:pt x="6379894" y="1327626"/>
                </a:lnTo>
                <a:lnTo>
                  <a:pt x="6385024" y="1331644"/>
                </a:lnTo>
                <a:lnTo>
                  <a:pt x="6383696" y="1341276"/>
                </a:lnTo>
                <a:cubicBezTo>
                  <a:pt x="6383952" y="1342166"/>
                  <a:pt x="6384208" y="1343055"/>
                  <a:pt x="6384464" y="1343945"/>
                </a:cubicBezTo>
                <a:cubicBezTo>
                  <a:pt x="6385957" y="1349040"/>
                  <a:pt x="6387253" y="1354080"/>
                  <a:pt x="6387748" y="1359134"/>
                </a:cubicBezTo>
                <a:cubicBezTo>
                  <a:pt x="6384363" y="1373109"/>
                  <a:pt x="6372802" y="1397612"/>
                  <a:pt x="6364157" y="1427803"/>
                </a:cubicBezTo>
                <a:cubicBezTo>
                  <a:pt x="6348141" y="1460349"/>
                  <a:pt x="6348362" y="1505076"/>
                  <a:pt x="6335874" y="1540278"/>
                </a:cubicBezTo>
                <a:lnTo>
                  <a:pt x="6331892" y="1547262"/>
                </a:lnTo>
                <a:lnTo>
                  <a:pt x="6332744" y="1577056"/>
                </a:lnTo>
                <a:cubicBezTo>
                  <a:pt x="6335859" y="1582205"/>
                  <a:pt x="6336674" y="1589568"/>
                  <a:pt x="6333604" y="1595898"/>
                </a:cubicBezTo>
                <a:lnTo>
                  <a:pt x="6324749" y="1703726"/>
                </a:lnTo>
                <a:cubicBezTo>
                  <a:pt x="6324080" y="1739332"/>
                  <a:pt x="6318019" y="1754453"/>
                  <a:pt x="6329594" y="1809535"/>
                </a:cubicBezTo>
                <a:cubicBezTo>
                  <a:pt x="6344930" y="1868036"/>
                  <a:pt x="6323725" y="1952670"/>
                  <a:pt x="6329062" y="2018310"/>
                </a:cubicBezTo>
                <a:cubicBezTo>
                  <a:pt x="6308075" y="2053162"/>
                  <a:pt x="6326925" y="2034561"/>
                  <a:pt x="6321735" y="2071355"/>
                </a:cubicBezTo>
                <a:lnTo>
                  <a:pt x="6322678" y="2141166"/>
                </a:lnTo>
                <a:lnTo>
                  <a:pt x="6321340" y="2154548"/>
                </a:lnTo>
                <a:lnTo>
                  <a:pt x="6316582" y="2158153"/>
                </a:lnTo>
                <a:lnTo>
                  <a:pt x="6311428" y="2178174"/>
                </a:lnTo>
                <a:cubicBezTo>
                  <a:pt x="6310177" y="2185696"/>
                  <a:pt x="6309622" y="2193828"/>
                  <a:pt x="6310192" y="2202858"/>
                </a:cubicBezTo>
                <a:cubicBezTo>
                  <a:pt x="6319667" y="2232772"/>
                  <a:pt x="6296459" y="2283357"/>
                  <a:pt x="6309211" y="2320214"/>
                </a:cubicBezTo>
                <a:cubicBezTo>
                  <a:pt x="6307537" y="2355906"/>
                  <a:pt x="6302490" y="2394678"/>
                  <a:pt x="6300151" y="2417011"/>
                </a:cubicBezTo>
                <a:cubicBezTo>
                  <a:pt x="6292303" y="2426377"/>
                  <a:pt x="6304439" y="2456509"/>
                  <a:pt x="6295176" y="2454207"/>
                </a:cubicBezTo>
                <a:cubicBezTo>
                  <a:pt x="6299335" y="2464947"/>
                  <a:pt x="6297305" y="2476105"/>
                  <a:pt x="6293727" y="2487203"/>
                </a:cubicBezTo>
                <a:lnTo>
                  <a:pt x="6285477" y="2512282"/>
                </a:lnTo>
                <a:cubicBezTo>
                  <a:pt x="6285720" y="2512961"/>
                  <a:pt x="6285962" y="2513640"/>
                  <a:pt x="6286205" y="2514318"/>
                </a:cubicBezTo>
                <a:cubicBezTo>
                  <a:pt x="6292347" y="2534324"/>
                  <a:pt x="6298487" y="2554328"/>
                  <a:pt x="6304629" y="2574334"/>
                </a:cubicBezTo>
                <a:lnTo>
                  <a:pt x="6303842" y="2579877"/>
                </a:lnTo>
                <a:cubicBezTo>
                  <a:pt x="6303729" y="2585644"/>
                  <a:pt x="6304006" y="2603388"/>
                  <a:pt x="6303953" y="2608928"/>
                </a:cubicBezTo>
                <a:lnTo>
                  <a:pt x="6303530" y="2613111"/>
                </a:lnTo>
                <a:lnTo>
                  <a:pt x="6297474" y="2621996"/>
                </a:lnTo>
                <a:lnTo>
                  <a:pt x="6299263" y="2634265"/>
                </a:lnTo>
                <a:lnTo>
                  <a:pt x="6293065" y="2647237"/>
                </a:lnTo>
                <a:cubicBezTo>
                  <a:pt x="6294685" y="2648158"/>
                  <a:pt x="6296180" y="2649356"/>
                  <a:pt x="6297496" y="2650786"/>
                </a:cubicBezTo>
                <a:lnTo>
                  <a:pt x="6301708" y="2661993"/>
                </a:lnTo>
                <a:lnTo>
                  <a:pt x="6295884" y="2670949"/>
                </a:lnTo>
                <a:cubicBezTo>
                  <a:pt x="6304913" y="2672007"/>
                  <a:pt x="6294429" y="2681695"/>
                  <a:pt x="6291714" y="2690255"/>
                </a:cubicBezTo>
                <a:lnTo>
                  <a:pt x="6292327" y="2695683"/>
                </a:lnTo>
                <a:lnTo>
                  <a:pt x="6284410" y="2713964"/>
                </a:lnTo>
                <a:lnTo>
                  <a:pt x="6280410" y="2730175"/>
                </a:lnTo>
                <a:lnTo>
                  <a:pt x="6288082" y="2763497"/>
                </a:lnTo>
                <a:lnTo>
                  <a:pt x="6260924" y="3051539"/>
                </a:lnTo>
                <a:cubicBezTo>
                  <a:pt x="6251455" y="3165645"/>
                  <a:pt x="6222174" y="3216611"/>
                  <a:pt x="6210151" y="3335396"/>
                </a:cubicBezTo>
                <a:lnTo>
                  <a:pt x="6212034" y="3456509"/>
                </a:lnTo>
                <a:lnTo>
                  <a:pt x="6197490" y="3531827"/>
                </a:lnTo>
                <a:lnTo>
                  <a:pt x="6208018" y="3570877"/>
                </a:lnTo>
                <a:lnTo>
                  <a:pt x="6205920" y="3583849"/>
                </a:lnTo>
                <a:lnTo>
                  <a:pt x="6199616" y="3592763"/>
                </a:lnTo>
                <a:cubicBezTo>
                  <a:pt x="6191839" y="3613948"/>
                  <a:pt x="6196204" y="3641245"/>
                  <a:pt x="6181288" y="3653485"/>
                </a:cubicBezTo>
                <a:cubicBezTo>
                  <a:pt x="6178087" y="3659316"/>
                  <a:pt x="6176516" y="3664985"/>
                  <a:pt x="6175963" y="3670528"/>
                </a:cubicBezTo>
                <a:lnTo>
                  <a:pt x="6176722" y="3685990"/>
                </a:lnTo>
                <a:lnTo>
                  <a:pt x="6181549" y="3690283"/>
                </a:lnTo>
                <a:lnTo>
                  <a:pt x="6179476" y="3699787"/>
                </a:lnTo>
                <a:cubicBezTo>
                  <a:pt x="6179664" y="3700686"/>
                  <a:pt x="6179852" y="3701586"/>
                  <a:pt x="6180040" y="3702486"/>
                </a:cubicBezTo>
                <a:cubicBezTo>
                  <a:pt x="6181140" y="3707637"/>
                  <a:pt x="6182047" y="3712728"/>
                  <a:pt x="6182155" y="3717784"/>
                </a:cubicBezTo>
                <a:cubicBezTo>
                  <a:pt x="6156678" y="3711701"/>
                  <a:pt x="6178864" y="3759789"/>
                  <a:pt x="6158980" y="3746229"/>
                </a:cubicBezTo>
                <a:cubicBezTo>
                  <a:pt x="6144630" y="3780750"/>
                  <a:pt x="6117520" y="3867558"/>
                  <a:pt x="6096049" y="3924910"/>
                </a:cubicBezTo>
                <a:lnTo>
                  <a:pt x="6069712" y="3989353"/>
                </a:lnTo>
                <a:lnTo>
                  <a:pt x="6067330" y="4033899"/>
                </a:lnTo>
                <a:cubicBezTo>
                  <a:pt x="6065506" y="4070470"/>
                  <a:pt x="6063599" y="4110146"/>
                  <a:pt x="6061081" y="4142250"/>
                </a:cubicBezTo>
                <a:cubicBezTo>
                  <a:pt x="6055260" y="4200007"/>
                  <a:pt x="6045907" y="4278998"/>
                  <a:pt x="6042858" y="4329442"/>
                </a:cubicBezTo>
                <a:cubicBezTo>
                  <a:pt x="6038376" y="4381764"/>
                  <a:pt x="6036461" y="4433012"/>
                  <a:pt x="6034182" y="4456184"/>
                </a:cubicBezTo>
                <a:lnTo>
                  <a:pt x="6029178" y="4468478"/>
                </a:lnTo>
                <a:lnTo>
                  <a:pt x="6029974" y="4469862"/>
                </a:lnTo>
                <a:cubicBezTo>
                  <a:pt x="6031287" y="4476321"/>
                  <a:pt x="6030316" y="4480555"/>
                  <a:pt x="6028340" y="4483797"/>
                </a:cubicBezTo>
                <a:lnTo>
                  <a:pt x="6025168" y="4487091"/>
                </a:lnTo>
                <a:lnTo>
                  <a:pt x="6023164" y="4496728"/>
                </a:lnTo>
                <a:lnTo>
                  <a:pt x="6016839" y="4515918"/>
                </a:lnTo>
                <a:cubicBezTo>
                  <a:pt x="6017189" y="4517049"/>
                  <a:pt x="6017537" y="4518182"/>
                  <a:pt x="6017886" y="4519316"/>
                </a:cubicBezTo>
                <a:lnTo>
                  <a:pt x="6011819" y="4547957"/>
                </a:lnTo>
                <a:lnTo>
                  <a:pt x="6012791" y="4548262"/>
                </a:lnTo>
                <a:cubicBezTo>
                  <a:pt x="6014837" y="4549595"/>
                  <a:pt x="6016087" y="4551811"/>
                  <a:pt x="6015703" y="4555939"/>
                </a:cubicBezTo>
                <a:cubicBezTo>
                  <a:pt x="6031790" y="4548276"/>
                  <a:pt x="6021405" y="4557977"/>
                  <a:pt x="6018854" y="4570815"/>
                </a:cubicBezTo>
                <a:cubicBezTo>
                  <a:pt x="6021736" y="4583801"/>
                  <a:pt x="6030754" y="4622347"/>
                  <a:pt x="6033000" y="4633846"/>
                </a:cubicBezTo>
                <a:lnTo>
                  <a:pt x="6032325" y="4639816"/>
                </a:lnTo>
                <a:lnTo>
                  <a:pt x="6032549" y="4639923"/>
                </a:lnTo>
                <a:cubicBezTo>
                  <a:pt x="6032911" y="4641190"/>
                  <a:pt x="6032878" y="4643141"/>
                  <a:pt x="6032309" y="4646192"/>
                </a:cubicBezTo>
                <a:lnTo>
                  <a:pt x="6031095" y="4650706"/>
                </a:lnTo>
                <a:lnTo>
                  <a:pt x="6029786" y="4662290"/>
                </a:lnTo>
                <a:cubicBezTo>
                  <a:pt x="6030161" y="4663587"/>
                  <a:pt x="6030536" y="4664883"/>
                  <a:pt x="6030911" y="4666180"/>
                </a:cubicBezTo>
                <a:lnTo>
                  <a:pt x="6033630" y="4667585"/>
                </a:lnTo>
                <a:lnTo>
                  <a:pt x="6033189" y="4668660"/>
                </a:lnTo>
                <a:cubicBezTo>
                  <a:pt x="6027286" y="4676831"/>
                  <a:pt x="6019767" y="4679345"/>
                  <a:pt x="6038764" y="4689807"/>
                </a:cubicBezTo>
                <a:cubicBezTo>
                  <a:pt x="6028616" y="4708535"/>
                  <a:pt x="6040474" y="4712235"/>
                  <a:pt x="6042217" y="4737890"/>
                </a:cubicBezTo>
                <a:cubicBezTo>
                  <a:pt x="6033362" y="4748600"/>
                  <a:pt x="6035273" y="4757223"/>
                  <a:pt x="6040543" y="4765657"/>
                </a:cubicBezTo>
                <a:cubicBezTo>
                  <a:pt x="6034416" y="4790618"/>
                  <a:pt x="6040696" y="4813399"/>
                  <a:pt x="6039956" y="4841463"/>
                </a:cubicBezTo>
                <a:lnTo>
                  <a:pt x="6057123" y="4969863"/>
                </a:lnTo>
                <a:lnTo>
                  <a:pt x="6055039" y="4974028"/>
                </a:lnTo>
                <a:cubicBezTo>
                  <a:pt x="6053860" y="4976933"/>
                  <a:pt x="6053409" y="4978909"/>
                  <a:pt x="6053462" y="4980318"/>
                </a:cubicBezTo>
                <a:lnTo>
                  <a:pt x="6053643" y="4980501"/>
                </a:lnTo>
                <a:lnTo>
                  <a:pt x="6051733" y="4986338"/>
                </a:lnTo>
                <a:lnTo>
                  <a:pt x="6049602" y="4991296"/>
                </a:lnTo>
                <a:cubicBezTo>
                  <a:pt x="6058123" y="5019829"/>
                  <a:pt x="6066643" y="5048361"/>
                  <a:pt x="6075165" y="5076895"/>
                </a:cubicBezTo>
                <a:lnTo>
                  <a:pt x="6073751" y="5081568"/>
                </a:lnTo>
                <a:cubicBezTo>
                  <a:pt x="6073034" y="5084748"/>
                  <a:pt x="6072888" y="5086810"/>
                  <a:pt x="6073150" y="5088173"/>
                </a:cubicBezTo>
                <a:lnTo>
                  <a:pt x="6073355" y="5088300"/>
                </a:lnTo>
                <a:lnTo>
                  <a:pt x="6072362" y="5094558"/>
                </a:lnTo>
                <a:cubicBezTo>
                  <a:pt x="6070184" y="5105196"/>
                  <a:pt x="6067588" y="5115626"/>
                  <a:pt x="6064726" y="5125620"/>
                </a:cubicBezTo>
                <a:cubicBezTo>
                  <a:pt x="6063568" y="5154527"/>
                  <a:pt x="6065189" y="5244020"/>
                  <a:pt x="6065415" y="5268004"/>
                </a:cubicBezTo>
                <a:cubicBezTo>
                  <a:pt x="6065637" y="5268513"/>
                  <a:pt x="6065860" y="5269021"/>
                  <a:pt x="6066081" y="5269530"/>
                </a:cubicBezTo>
                <a:lnTo>
                  <a:pt x="6043407" y="5390941"/>
                </a:lnTo>
                <a:cubicBezTo>
                  <a:pt x="6032545" y="5438194"/>
                  <a:pt x="6020942" y="5465286"/>
                  <a:pt x="6025377" y="5539927"/>
                </a:cubicBezTo>
                <a:cubicBezTo>
                  <a:pt x="6019787" y="5610775"/>
                  <a:pt x="6013913" y="5740573"/>
                  <a:pt x="6010052" y="5791594"/>
                </a:cubicBezTo>
                <a:cubicBezTo>
                  <a:pt x="5989401" y="5787060"/>
                  <a:pt x="6018524" y="5849672"/>
                  <a:pt x="5994220" y="5855206"/>
                </a:cubicBezTo>
                <a:cubicBezTo>
                  <a:pt x="5995282" y="5860240"/>
                  <a:pt x="5980598" y="5868910"/>
                  <a:pt x="5982580" y="5873582"/>
                </a:cubicBezTo>
                <a:cubicBezTo>
                  <a:pt x="5982922" y="5874401"/>
                  <a:pt x="5983265" y="5875218"/>
                  <a:pt x="5983608" y="5876037"/>
                </a:cubicBezTo>
                <a:lnTo>
                  <a:pt x="5983535" y="5886534"/>
                </a:lnTo>
                <a:lnTo>
                  <a:pt x="5988737" y="5888644"/>
                </a:lnTo>
                <a:cubicBezTo>
                  <a:pt x="5989948" y="5893707"/>
                  <a:pt x="5991159" y="5898769"/>
                  <a:pt x="5992371" y="5903832"/>
                </a:cubicBezTo>
                <a:cubicBezTo>
                  <a:pt x="5992924" y="5909651"/>
                  <a:pt x="5992578" y="5916068"/>
                  <a:pt x="5990780" y="5923391"/>
                </a:cubicBezTo>
                <a:cubicBezTo>
                  <a:pt x="5975822" y="5948880"/>
                  <a:pt x="6013580" y="5981626"/>
                  <a:pt x="5993870" y="6013205"/>
                </a:cubicBezTo>
                <a:cubicBezTo>
                  <a:pt x="5988486" y="6024901"/>
                  <a:pt x="5991718" y="6066777"/>
                  <a:pt x="5997673" y="6074018"/>
                </a:cubicBezTo>
                <a:cubicBezTo>
                  <a:pt x="5998007" y="6081731"/>
                  <a:pt x="6007861" y="6126985"/>
                  <a:pt x="6014840" y="6130837"/>
                </a:cubicBezTo>
                <a:cubicBezTo>
                  <a:pt x="6022998" y="6137057"/>
                  <a:pt x="5999420" y="6156330"/>
                  <a:pt x="6010704" y="6152982"/>
                </a:cubicBezTo>
                <a:cubicBezTo>
                  <a:pt x="6008682" y="6186619"/>
                  <a:pt x="6039938" y="6191636"/>
                  <a:pt x="6038294" y="6221100"/>
                </a:cubicBezTo>
                <a:cubicBezTo>
                  <a:pt x="6039643" y="6222126"/>
                  <a:pt x="6046356" y="6257468"/>
                  <a:pt x="6052331" y="6287550"/>
                </a:cubicBezTo>
                <a:cubicBezTo>
                  <a:pt x="6058307" y="6317632"/>
                  <a:pt x="6082079" y="6391312"/>
                  <a:pt x="6074143" y="6401595"/>
                </a:cubicBezTo>
                <a:cubicBezTo>
                  <a:pt x="6074931" y="6423902"/>
                  <a:pt x="6059614" y="6432919"/>
                  <a:pt x="6060199" y="6487110"/>
                </a:cubicBezTo>
                <a:cubicBezTo>
                  <a:pt x="6075583" y="6574474"/>
                  <a:pt x="6076150" y="6553611"/>
                  <a:pt x="6081156" y="6588589"/>
                </a:cubicBezTo>
                <a:cubicBezTo>
                  <a:pt x="6102088" y="6637976"/>
                  <a:pt x="6067660" y="6687723"/>
                  <a:pt x="6114944" y="6769963"/>
                </a:cubicBezTo>
                <a:cubicBezTo>
                  <a:pt x="6130462" y="6819284"/>
                  <a:pt x="6119243" y="6817955"/>
                  <a:pt x="6128950" y="6835814"/>
                </a:cubicBezTo>
                <a:lnTo>
                  <a:pt x="6132536" y="6858000"/>
                </a:lnTo>
                <a:lnTo>
                  <a:pt x="4789511" y="6858000"/>
                </a:lnTo>
                <a:lnTo>
                  <a:pt x="1866294" y="6858000"/>
                </a:lnTo>
                <a:lnTo>
                  <a:pt x="1705866" y="6858000"/>
                </a:lnTo>
                <a:lnTo>
                  <a:pt x="1343025" y="6858000"/>
                </a:lnTo>
                <a:lnTo>
                  <a:pt x="523269" y="6858000"/>
                </a:lnTo>
                <a:lnTo>
                  <a:pt x="362841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EFCF54-6A4E-EE16-4C53-8035C046B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600"/>
            <a:ext cx="4784796" cy="1330840"/>
          </a:xfrm>
        </p:spPr>
        <p:txBody>
          <a:bodyPr>
            <a:normAutofit/>
          </a:bodyPr>
          <a:lstStyle/>
          <a:p>
            <a:r>
              <a:rPr lang="en-US" dirty="0" err="1"/>
              <a:t>Aplicatia</a:t>
            </a:r>
            <a:r>
              <a:rPr lang="en-US" dirty="0"/>
              <a:t> Software 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D24A287D-EF97-1083-633C-D780B7868EC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37034" y="2194102"/>
            <a:ext cx="4438036" cy="390858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Tehnologie: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Python + Streamlit.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Functionalitati Noi (Etapa 6):</a:t>
            </a:r>
            <a:endParaRPr kumimoji="0" lang="en-US" altLang="en-US" sz="20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Mod Manual: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Testare 1-la-1.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Generator Chestionare: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Extrage random 5 intrebari si le corecteaza instant.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Feedback Vizual: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Coduri de culoare (Verde/Galben/Rosu) pentru validare rapida.</a:t>
            </a: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C98A785-2944-0D52-76CA-778B58AFB3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0610" y="2303071"/>
            <a:ext cx="4737650" cy="2274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0998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44C39-44B4-2E4C-65FB-2AC885356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Concluzii si Lectii Invatate</a:t>
            </a:r>
          </a:p>
        </p:txBody>
      </p:sp>
      <p:sp>
        <p:nvSpPr>
          <p:cNvPr id="13" name="Arc 12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8D380D6-4B49-6551-1A3F-B7D16AB586D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447308" y="591344"/>
            <a:ext cx="6906491" cy="558561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Ce a functionat:</a:t>
            </a:r>
            <a:endParaRPr kumimoji="0" lang="en-US" altLang="en-US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Curatarea datelor a contat mai mult decat complexitatea retelei.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Augmentarea cu zgomot a fost cheia pentru a trece de 90%.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Ce se poate imbunatati:</a:t>
            </a:r>
            <a:endParaRPr kumimoji="0" lang="en-US" altLang="en-US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Trecerea la </a:t>
            </a:r>
            <a:r>
              <a:rPr kumimoji="0" lang="en-US" altLang="en-US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BERT/Transformers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pentru a intelege mai bine contextul (dar cu cost de viteza).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Deployment in Cloud.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540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45B6A7-DB97-A4D1-0AB6-4268491C2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US" sz="4100">
                <a:solidFill>
                  <a:srgbClr val="FFFFFF"/>
                </a:solidFill>
              </a:rPr>
              <a:t>Documentatie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4798C-E983-62AE-8B45-0C2CDA7BC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r>
              <a:rPr lang="en-US" dirty="0"/>
              <a:t>Link </a:t>
            </a:r>
            <a:r>
              <a:rPr lang="en-US" dirty="0" err="1"/>
              <a:t>catre</a:t>
            </a:r>
            <a:r>
              <a:rPr lang="en-US" dirty="0"/>
              <a:t> </a:t>
            </a:r>
            <a:r>
              <a:rPr lang="en-US" dirty="0" err="1"/>
              <a:t>proiect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https://github.com/lungikk/ReteleNeuronaleProiect.git</a:t>
            </a:r>
            <a:endParaRPr lang="en-US" dirty="0"/>
          </a:p>
          <a:p>
            <a:r>
              <a:rPr lang="en-US" dirty="0"/>
              <a:t>Model: </a:t>
            </a:r>
            <a:r>
              <a:rPr lang="en-US" dirty="0" err="1"/>
              <a:t>trained_model.pkl</a:t>
            </a:r>
            <a:endParaRPr lang="en-US" dirty="0"/>
          </a:p>
          <a:p>
            <a:r>
              <a:rPr lang="en-US" dirty="0"/>
              <a:t>Readme: README.md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Multumesc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atentie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2429116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</TotalTime>
  <Words>709</Words>
  <Application>Microsoft Office PowerPoint</Application>
  <PresentationFormat>Widescreen</PresentationFormat>
  <Paragraphs>106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Sistem Automat de Notare (ASAG) cu Retele Neuronale</vt:lpstr>
      <vt:lpstr>Obiectivul Proiectului </vt:lpstr>
      <vt:lpstr>Setul de Date</vt:lpstr>
      <vt:lpstr>Arhitectura Sistemului (State Machine)</vt:lpstr>
      <vt:lpstr>Modelul Neuronal (Arhitectura MLP)</vt:lpstr>
      <vt:lpstr>Procesul de Antrenare</vt:lpstr>
      <vt:lpstr>Optimizare si Experimente </vt:lpstr>
      <vt:lpstr>Performanta Finala</vt:lpstr>
      <vt:lpstr>Analiza Erorilor</vt:lpstr>
      <vt:lpstr>Aplicatia Software </vt:lpstr>
      <vt:lpstr>Concluzii si Lectii Invatate</vt:lpstr>
      <vt:lpstr>Documentatie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Andrei-Alexandru LUNGEANU (143204)</dc:creator>
  <cp:lastModifiedBy>Andrei-Alexandru LUNGEANU (143204)</cp:lastModifiedBy>
  <cp:revision>10</cp:revision>
  <dcterms:created xsi:type="dcterms:W3CDTF">2026-01-22T06:21:51Z</dcterms:created>
  <dcterms:modified xsi:type="dcterms:W3CDTF">2026-02-02T18:58:13Z</dcterms:modified>
</cp:coreProperties>
</file>